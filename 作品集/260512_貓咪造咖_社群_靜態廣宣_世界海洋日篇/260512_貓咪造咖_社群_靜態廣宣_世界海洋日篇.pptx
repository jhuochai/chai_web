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1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74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C9776AC-485E-F9E4-0B5E-C0C03C0E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5ECB6DA4-57F8-A175-38F5-22A76F5E1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66FA5E4E-B3D6-6B6F-9696-4B30E6F68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325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jpe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3831700457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20260512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世界海洋日篇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2(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一個有兌換碼；另一個純圖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2468391858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可愛療癒、夏日風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喜歡貓咪、關心環境的用戶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配合節日發送兌換碼，維持社群玩家互動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516841801"/>
              </p:ext>
            </p:extLst>
          </p:nvPr>
        </p:nvGraphicFramePr>
        <p:xfrm>
          <a:off x="0" y="0"/>
          <a:ext cx="9143975" cy="53677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</a:t>
                      </a:r>
                      <a:r>
                        <a:rPr lang="en-US" alt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僅需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做</a:t>
                      </a:r>
                      <a:r>
                        <a:rPr lang="zh-TW" altLang="en-US" sz="10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無兌換碼</a:t>
                      </a: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的圖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/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11403DA7-2881-4B1B-7986-2D76F06B7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95" y="455858"/>
            <a:ext cx="2356320" cy="4231759"/>
          </a:xfrm>
          <a:prstGeom prst="rect">
            <a:avLst/>
          </a:prstGeom>
        </p:spPr>
      </p:pic>
      <p:graphicFrame>
        <p:nvGraphicFramePr>
          <p:cNvPr id="83" name="Google Shape;83;p18"/>
          <p:cNvGraphicFramePr/>
          <p:nvPr>
            <p:extLst>
              <p:ext uri="{D42A27DB-BD31-4B8C-83A1-F6EECF244321}">
                <p14:modId xmlns:p14="http://schemas.microsoft.com/office/powerpoint/2010/main" val="3123026847"/>
              </p:ext>
            </p:extLst>
          </p:nvPr>
        </p:nvGraphicFramePr>
        <p:xfrm flipH="1">
          <a:off x="3614775" y="-1"/>
          <a:ext cx="5529225" cy="5164444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9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早晨天空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要有雲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沙灘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可參考右圖海浪沙灘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也請協助調色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貓咪們淨灘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旗幟上寫兌換碼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0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兩隻貓貓淨灘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co_6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Fa_3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Bo_33 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或是其他適合淨灘的衣服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he_36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一貓手上拿淨灘用長夾，另一貓拿旗子上面寫兌換馬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8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請協助設計旗子樣式及像素化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2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兌換碼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kumimoji="0" lang="en-US" altLang="zh-TW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OCEANDAY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2" name="圖片 31">
            <a:extLst>
              <a:ext uri="{FF2B5EF4-FFF2-40B4-BE49-F238E27FC236}">
                <a16:creationId xmlns:a16="http://schemas.microsoft.com/office/drawing/2014/main" id="{309CE318-9FF1-5135-71EE-7323EE5A8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763" y="455857"/>
            <a:ext cx="982852" cy="5183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A1657F5-78AD-52C1-9294-3B24C75378E1}"/>
              </a:ext>
            </a:extLst>
          </p:cNvPr>
          <p:cNvSpPr txBox="1"/>
          <p:nvPr/>
        </p:nvSpPr>
        <p:spPr>
          <a:xfrm>
            <a:off x="1136023" y="148079"/>
            <a:ext cx="134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1080*1350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40A1EFD-96F2-FBBB-1883-3E1F2AC0D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83" y="2188978"/>
            <a:ext cx="1009650" cy="12192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5CE602C-644D-AA59-2DB4-5F86CC874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077" y="2754719"/>
            <a:ext cx="1009650" cy="12192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ED01BC1-9919-2E55-2644-BD2E7F0CB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37" y="3230956"/>
            <a:ext cx="847389" cy="105923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2B24D50-02E9-255D-7506-0D1219AF5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68" y="2648450"/>
            <a:ext cx="847389" cy="1059236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03D5A549-8B2B-5F0C-F163-97EAD40C9B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31" y="2206106"/>
            <a:ext cx="914400" cy="1143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699E1AD7-AB4D-F68A-291E-42220CA6990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0" t="755" r="14986" b="51804"/>
          <a:stretch>
            <a:fillRect/>
          </a:stretch>
        </p:blipFill>
        <p:spPr>
          <a:xfrm>
            <a:off x="894193" y="3566528"/>
            <a:ext cx="982845" cy="57895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3970E224-0620-97A9-C39B-9BEFEC0DF1A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365" b="7291"/>
          <a:stretch>
            <a:fillRect/>
          </a:stretch>
        </p:blipFill>
        <p:spPr>
          <a:xfrm>
            <a:off x="607319" y="1057098"/>
            <a:ext cx="1723491" cy="213387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998DE849-8D2B-30A3-B057-1C42763CA3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6702" y="2591648"/>
            <a:ext cx="914400" cy="114300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B08E9B1A-8C29-E489-334B-BD35275E0B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6959" y="1748522"/>
            <a:ext cx="1706920" cy="1799856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8D93AD10-58D4-7E70-A16E-9A52B125B427}"/>
              </a:ext>
            </a:extLst>
          </p:cNvPr>
          <p:cNvSpPr txBox="1"/>
          <p:nvPr/>
        </p:nvSpPr>
        <p:spPr>
          <a:xfrm>
            <a:off x="761443" y="1344076"/>
            <a:ext cx="1415241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TW" altLang="en-US" sz="1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兌換碼</a:t>
            </a:r>
            <a:r>
              <a:rPr lang="en-US" altLang="zh-TW" sz="1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TW" sz="1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【OCEANDAY】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F08E16E-DF14-1AFD-35CA-22D2944D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E1D4F5BE-79FC-9613-DB8D-183209904B97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2A962396-CDFF-F62D-7BDF-212A2B481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525400"/>
              </p:ext>
            </p:extLst>
          </p:nvPr>
        </p:nvGraphicFramePr>
        <p:xfrm flipH="1">
          <a:off x="3614775" y="-1"/>
          <a:ext cx="5529225" cy="4771549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9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早晨天空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要有雲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沙灘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可參考右圖海浪沙灘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請協助調色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貓咪們淨灘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0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兩隻貓貓淨灘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co_6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Fa_3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Bo_33 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或是其他適合淨灘的衣服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he_36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一貓手上拿淨灘用長夾，另一貓拿裝垃圾的袋子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2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" name="圖片 21">
            <a:extLst>
              <a:ext uri="{FF2B5EF4-FFF2-40B4-BE49-F238E27FC236}">
                <a16:creationId xmlns:a16="http://schemas.microsoft.com/office/drawing/2014/main" id="{AEC19010-DDAB-3863-508C-09B3DBAF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95" y="455858"/>
            <a:ext cx="2356320" cy="423175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ED973256-2961-A70F-7C25-EC32A232F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83" y="2188978"/>
            <a:ext cx="1009650" cy="12192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D051978-E03D-FE18-3819-C2D98D496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077" y="2754719"/>
            <a:ext cx="1009650" cy="12192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6EBBABB-959C-535B-E910-1A9EF306C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37" y="3230956"/>
            <a:ext cx="847389" cy="1059236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5EB41E15-6746-97D1-179A-6224C6E80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8" y="2648450"/>
            <a:ext cx="847389" cy="1059236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2BED298C-2A14-1500-6DE8-8563B89E5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25" y="2191899"/>
            <a:ext cx="914400" cy="11430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6F560F2B-5879-822D-A679-15CEB84F38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557" y="2606568"/>
            <a:ext cx="914400" cy="11430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7C5A51C6-7BE6-8D9F-BAF2-08C226517B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8087" y="547706"/>
            <a:ext cx="982852" cy="51830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F00941F-D7D0-7BA2-910A-57B6880C337C}"/>
              </a:ext>
            </a:extLst>
          </p:cNvPr>
          <p:cNvSpPr txBox="1"/>
          <p:nvPr/>
        </p:nvSpPr>
        <p:spPr>
          <a:xfrm>
            <a:off x="1194038" y="319527"/>
            <a:ext cx="1199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1080*1080</a:t>
            </a:r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87D228AC-75D9-C737-EBC9-22FE2C93348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714" t="-67" r="44902" b="51804"/>
          <a:stretch>
            <a:fillRect/>
          </a:stretch>
        </p:blipFill>
        <p:spPr>
          <a:xfrm>
            <a:off x="1247552" y="3455076"/>
            <a:ext cx="583095" cy="588983"/>
          </a:xfrm>
          <a:prstGeom prst="rect">
            <a:avLst/>
          </a:prstGeom>
        </p:spPr>
      </p:pic>
      <p:pic>
        <p:nvPicPr>
          <p:cNvPr id="30" name="圖片 29" descr="サステナつるが| 持続可能な観光体験">
            <a:extLst>
              <a:ext uri="{FF2B5EF4-FFF2-40B4-BE49-F238E27FC236}">
                <a16:creationId xmlns:a16="http://schemas.microsoft.com/office/drawing/2014/main" id="{F65904DE-036C-A5D5-8785-C2BB558B81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416" y="3515344"/>
            <a:ext cx="2755013" cy="154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7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826</Words>
  <Application>Microsoft Office PowerPoint</Application>
  <PresentationFormat>如螢幕大小 (16:9)</PresentationFormat>
  <Paragraphs>138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13</cp:revision>
  <dcterms:modified xsi:type="dcterms:W3CDTF">2026-05-12T09:56:13Z</dcterms:modified>
</cp:coreProperties>
</file>