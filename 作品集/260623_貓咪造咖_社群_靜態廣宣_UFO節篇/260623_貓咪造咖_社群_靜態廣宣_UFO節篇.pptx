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2:56.753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</inkml:definitions>
  <inkml:trace contextRef="#ctx0" brushRef="#br0">4729 16 24575,'0'0'0,"-3"-4"0,-6 0 0,-2 0 0,-16 0 0,-10 14 0,-17 4 0,-7 5 0,-19 10 0,-5 0 0,-11 1 0,-7 6 0,5-3 0,16-1 0,2-1 0,12-2 0,13-3 0,-3 6 0,9-6 0,0 9 0,4-4 0,10-3 0,1-3 0,6 2 0,0-3 0,-2 4 0,2 2 0,-2 6 0,6 0 0,1 8 0,-4 5 0,0 1 0,0 6 0,6 2 0,6 5 0,2 5 0,3 7 0,4 11 0,2 2 0,3 1 0,-7 5 0,0-6 0,1-2 0,1 0 0,-6-3 0,1-5 0,2-2 0,2 7 0,3-9 0,-11 5 0,-2 3 0,-3-1 0,3 1 0,-8-5 0,-1-9 0,-3-1 0,-4-8 0,-1-2 0,-3-6 0,3-7 0,-5-1 0,8-6 0,-1-1 0,-12-1 0,3-4 0,2 1 0,-6-3 0,4 1 0,0-6 0,1-2 0,1 1 0,1-4 0,0-1 0,-4 0 0,0-5 0,-8 5 0,0-4 0,-2 1 0,5-3 0,3 1 0,3-3 0,2 1 0,1 1 0,0-1 0,4-3 0,-3 2 0,-5-3 0,-8 7 0,2 1 0,-2 3 0,-2-2 0,6-4 0,-1 4 0,2-2 0,-5 0 0,4 1 0,-2 1 0,3 2 0,1-4 0,5 1 0,6-4 0,-2 5 0,7 1 0,-1-2 0,4 1 0,-3 0 0,2 0 0,-3 2 0,2-4 0,2 1 0,-2 0 0,1 5 0,1-3 0,6 1 0,1 0 0,1 0 0,1 1 0,-1-1 0,-1-3 0,0 1 0,0-5 0,3 5 0,-4 5 0,-1 1 0,0-2 0,4-1 0,0 3 0,0-4 0,3 0 0,0-4 0,2 0 0,4 0 0,-2 1 0,-1 2 0,-3 0 0,1 2 0,0-4 0,1 0 0,-1 4 0,3 1 0,-2 1 0,2 4 0,-2-4 0,3 0 0,1-2 0,-1 4 0,-3 0 0,-2 3 0,1 0 0,-1 7 0,-1-2 0,1 7 0,0-6 0,3-4 0,-2-2 0,3-4 0,-2 2 0,2-1 0,-5 3 0,2 0 0,1-1 0,0 2 0,-2-1 0,2 2 0,-1 3 0,-2-1 0,3-2 0,2-3 0,2-2 0,4-1 0,-3-2 0,1-1 0,1-3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3:35.074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26820.375"/>
      <inkml:brushProperty name="anchorY" value="-36548.32031"/>
      <inkml:brushProperty name="scaleFactor" value="0.5"/>
    </inkml:brush>
  </inkml:definitions>
  <inkml:trace contextRef="#ctx0" brushRef="#br0">4930 0 24575,'0'0'0,"-7"0"0,-14 4 0,-6 0 0,-19 4 0,-4 7 0,-9 3 0,-3-1 0,2-4 0,5-3 0,4 4 0,9-3 0,4-2 0,6-2 0,5 1 0,-1-2 0,-1 3 0,-2 2 0,-6 3 0,1-2 0,-1 2 0,-4-3 0,-1-3 0,-4 5 0,1 2 0,4-1 0,2-3 0,-3 0 0,1 2 0,-4 1 0,-3 6 0,0-3 0,-6 2 0,-3-1 0,7 1 0,3-1 0,3 1 0,3 0 0,-2-3 0,5-1 0,0 4 0,-2-3 0,-1 1 0,-4 8 0,0 1 0,1-1 0,2 0 0,4 3 0,2-6 0,4 3 0,-3 10 0,6-1 0,3-1 0,0 1 0,-2 1 0,0 1 0,3 1 0,5-4 0,1 1 0,6 1 0,-3 4 0,2-3 0,4 1 0,3 1 0,2-1 0,3 4 0,1 1 0,1 4 0,4 4 0,5 6 0,7 11 0,7 9 0,-1 9 0,8 1 0,-1-3 0,0 2 0,-3-6 0,-1-9 0,-3-6 0,-1 4 0,2 1 0,-3 3 0,-2 5 0,-3 3 0,-5 0 0,0 1 0,-3-1 0,2 3 0,2-5 0,-1-4 0,-2-6 0,-2-3 0,-3-8 0,-1-2 0,-1-6 0,-1 1 0,0-3 0,-1-3 0,1 2 0,0-1 0,-1-2 0,-3 2 0,0 4 0,-8-2 0,-3 3 0,-3 6 0,-5-6 0,2-3 0,-3-2 0,-4 0 0,1-9 0,-3 2 0,1-4 0,3 0 0,1 0 0,-9 8 0,-3-2 0,-2 1 0,-2-1 0,0 0 0,0-1 0,-3 3 0,-3 1 0,0-1 0,1-4 0,-2-1 0,2 3 0,1 0 0,3-4 0,0 1 0,-1-5 0,0 0 0,-11 5 0,0 1 0,-2-3 0,-1 5 0,-4 0 0,6 0 0,-3 0 0,8-3 0,0 2 0,0 4 0,2-4 0,3 1 0,-10-1 0,2-1 0,-6 0 0,2 0 0,0 0 0,12-4 0,0-3 0,3 3 0,3-6 0,0 4 0,1-5 0,0 1 0,0 1 0,0 3 0,-4 6 0,-4 6 0,-4 1 0,0 0 0,-1 7 0,-3-1 0,7-2 0,-1 1 0,6 2 0,3 1 0,5-2 0,9-2 0,4 0 0,7 2 0,5 1 0,0 6 0,-1 2 0,2 1 0,-6-1 0,-2 12 0,-6-1 0,2 0 0,4-6 0,4-4 0,4-11 0,4-12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3:55.467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40034.375"/>
      <inkml:brushProperty name="anchorY" value="-80649.30469"/>
      <inkml:brushProperty name="scaleFactor" value="0.5"/>
    </inkml:brush>
  </inkml:definitions>
  <inkml:trace contextRef="#ctx0" brushRef="#br0">1657 0 24575,'0'0'0,"0"3"0,0 10 0,4 6 0,0 8 0,7 5 0,0 4 0,-1 7 0,2-3 0,2 0 0,1-1 0,-2 3 0,0 5 0,6-1 0,1 3 0,-3 3 0,1 2 0,-1 2 0,0 1 0,1 0 0,1-6 0,3 6 0,-3-2 0,8 4 0,7 9 0,12 11 0,10 9 0,1-2 0,-1-5 0,-7-6 0,-2 2 0,-2-5 0,-3 0 0,-2-4 0,-4-2 0,-2 1 0,-3-3 0,-4 3 0,0 9 0,-5 0 0,-2-2 0,-1-1 0,-5-2 0,-4-5 0,-4-6 0,5 1 0,-2-2 0,3 3 0,-2 0 0,-3-8 0,-1-1 0,-3 0 0,-1-5 0,-2-2 0,0 2 0,0-3 0,-4 2 0,0 3 0,-5-6 0,2 2 0,-7-5 0,1 6 0,-2-2 0,-1-4 0,-5 2 0,-1-1 0,-1-1 0,-3-4 0,0-1 0,1-5 0,2 1 0,-3 0 0,1-3 0,-3 3 0,1 0 0,-2-1 0,1 1 0,2-3 0,-2-2 0,-2 1 0,-2-2 0,1 3 0,2-6 0,-5 6 0,3-6 0,-3 4 0,4-2 0,2-2 0,-1 0 0,6-2 0,2-1 0,6-1 0,1 4 0,0-3 0,-1-1 0,-1-1 0,-5 0 0,3 0 0,-4 1 0,-1 0 0,1 0 0,-4 0 0,1 0 0,-3 4 0,1 0 0,-7 0 0,6 0 0,2-2 0,-1 4 0,5 3 0,2-4 0,2-2 0,3 3 0,2-5 0,-1 2 0,-5 4 0,-1 0 0,-2-5 0,-3 3 0,3-2 0,2 4 0,4-1 0,-7 3 0,5-1 0,-2 3 0,2 2 0,-5 2 0,0 1 0,0 3 0,-3 0 0,5 1 0,4-4 0,-2 0 0,4-4 0,-1 1 0,5-4 0,-2 2 0,0 1 0,-1 7 0,-2 8 0,2-1 0,3 0 0,-4 6 0,-1-1 0,2-6 0,-1-6 0,3 1 0,-4-1 0,2 1 0,3-5 0,-1 4 0,3 4 0,-1-6 0,-2 3 0,-2 0 0,1 0 0,4-4 0,-6 4 0,-1-4 0,-2 1 0,3-5 0,-4 13 0,2 1 0,1 5 0,-1-5 0,-4-1 0,-1 1 0,4-1 0,0-5 0,4-2 0,-3 0 0,-1 3 0,-1 0 0,3-3 0,-3 7 0,-1 4 0,0 1 0,-1-2 0,4-1 0,1 1 0,-3-2 0,-5 2 0,-1 3 0,0-1 0,1 5 0,1-1 0,5 1 0,-2 1 0,4-7 0,4-4 0,0 6 0,-1-3 0,3-1 0,-2 2 0,3-2 0,2-2 0,-6-1 0,3-2 0,0-5 0,0 3 0,1-5 0,3 1 0,1-3 0,3-1 0,1 6 0,0-3 0,1-2 0,1-4 0,-1-3 0,1-3 0,-1-1 0,0-2 0,0 0 0,0 0 0,0-1 0,0-3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4:18.620"/>
    </inkml:context>
    <inkml:brush xml:id="br0">
      <inkml:brushProperty name="width" value="0.025" units="cm"/>
      <inkml:brushProperty name="height" value="0.025" units="cm"/>
      <inkml:brushProperty name="color" value="#CC912C"/>
      <inkml:brushProperty name="inkEffects" value="gold"/>
      <inkml:brushProperty name="anchorX" value="41342.66016"/>
      <inkml:brushProperty name="anchorY" value="-97562.21875"/>
      <inkml:brushProperty name="scaleFactor" value="0.5"/>
    </inkml:brush>
  </inkml:definitions>
  <inkml:trace contextRef="#ctx0" brushRef="#br0">41 0 24575,'0'0'0,"0"3"0,0 6 0,0 2 0,0 4 0,0 3 0,0 1 0,3 0 0,5 1 0,4 0 0,-1 4 0,-2 0 0,-2 7 0,-2-1 0,-2 4 0,-2 1 0,-1-3 0,0 2 0,-1-4 0,1-2 0,0-3 0,-1 1 0,1 2 0,0 0 0,-4 2 0,0-2 0,0 2 0,-3 6 0,1 2 0,0-2 0,2 5 0,2 3 0,0-3 0,1 3 0,-3 3 0,1 0 0,-1 2 0,-7 3 0,1 1 0,1-1 0,2 5 0,2-4 0,2 6 0,2 4 0,0 0 0,1-3 0,0-1 0,1 2 0,-1 0 0,1 3 0,-1 7 0,0 1 0,0-6 0,0 5 0,4 8 0,11 3 0,5 5 0,3 0 0,-3-8 0,3-4 0,0-5 0,-1-13 0,3 1 0,0-7 0,7 5 0,-5-4 0,-1 0 0,5 10 0,2 0 0,6 2 0,-1-1 0,8 7 0,-3-2 0,3 3 0,-1-1 0,-2 4 0,0-2 0,1 1 0,-4-3 0,-1-7 0,-5 1 0,4 1 0,-1-1 0,-6-5 0,3 10 0,-2-4 0,-4-5 0,-2-3 0,-3 7 0,-2 0 0,-1 7 0,3 7 0,0 3 0,-5 5 0,0 0 0,-4-1 0,3-2 0,-3 2 0,0-2 0,-2-1 0,0-5 0,-2-2 0,-3 7 0,-3-4 0,-1-3 0,-2-1 0,-1-1 0,0-3 0,0-7 0,-1-3 0,1-3 0,0 2 0,-1-3 0,1 7 0,0-3 0,0 0 0,0-1 0,0-5 0,0-4 0,0 0 0,0-4 0,0 2 0,0 2 0,0 2 0,0-5 0,0 1 0,0-7 0,0 2 0,0 3 0,0-1 0,-7 2 0,-5 4 0,0-2 0,2-2 0,2 2 0,-5 1 0,-2-1 0,2 1 0,-2-1 0,3-7 0,-8 9 0,2-2 0,-1 4 0,-4 1 0,4-6 0,0 1 0,0-4 0,1-5 0,3-6 0,1 2 0,-1-8 0,3 1 0,3 1 0,3 1 0,-5 3 0,1-2 0,2-3 0,-2 5 0,2 5 0,1-2 0,3-2 0,2-8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2:56.753"/>
    </inkml:context>
    <inkml:brush xml:id="br0">
      <inkml:brushProperty name="width" value="0.035" units="cm"/>
      <inkml:brushProperty name="height" value="0.035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</inkml:definitions>
  <inkml:trace contextRef="#ctx0" brushRef="#br0">4729 16 24575,'0'0'0,"-3"-4"0,-6 0 0,-2 0 0,-16 0 0,-10 14 0,-17 4 0,-7 5 0,-19 10 0,-5 0 0,-11 1 0,-7 6 0,5-3 0,16-1 0,2-1 0,12-2 0,13-3 0,-3 6 0,9-6 0,0 9 0,4-4 0,10-3 0,1-3 0,6 2 0,0-3 0,-2 4 0,2 2 0,-2 6 0,6 0 0,1 8 0,-4 5 0,0 1 0,0 6 0,6 2 0,6 5 0,2 5 0,3 7 0,4 11 0,2 2 0,3 1 0,-7 5 0,0-6 0,1-2 0,1 0 0,-6-3 0,1-5 0,2-2 0,2 7 0,3-9 0,-11 5 0,-2 3 0,-3-1 0,3 1 0,-8-5 0,-1-9 0,-3-1 0,-4-8 0,-1-2 0,-3-6 0,3-7 0,-5-1 0,8-6 0,-1-1 0,-12-1 0,3-4 0,2 1 0,-6-3 0,4 1 0,0-6 0,1-2 0,1 1 0,1-4 0,0-1 0,-4 0 0,0-5 0,-8 5 0,0-4 0,-2 1 0,5-3 0,3 1 0,3-3 0,2 1 0,1 1 0,0-1 0,4-3 0,-3 2 0,-5-3 0,-8 7 0,2 1 0,-2 3 0,-2-2 0,6-4 0,-1 4 0,2-2 0,-5 0 0,4 1 0,-2 1 0,3 2 0,1-4 0,5 1 0,6-4 0,-2 5 0,7 1 0,-1-2 0,4 1 0,-3 0 0,2 0 0,-3 2 0,2-4 0,2 1 0,-2 0 0,1 5 0,1-3 0,6 1 0,1 0 0,1 0 0,1 1 0,-1-1 0,-1-3 0,0 1 0,0-5 0,3 5 0,-4 5 0,-1 1 0,0-2 0,4-1 0,0 3 0,0-4 0,3 0 0,0-4 0,2 0 0,4 0 0,-2 1 0,-1 2 0,-3 0 0,1 2 0,0-4 0,1 0 0,-1 4 0,3 1 0,-2 1 0,2 4 0,-2-4 0,3 0 0,1-2 0,-1 4 0,-3 0 0,-2 3 0,1 0 0,-1 7 0,-1-2 0,1 7 0,0-6 0,3-4 0,-2-2 0,3-4 0,-2 2 0,2-1 0,-5 3 0,2 0 0,1-1 0,0 2 0,-2-1 0,2 2 0,-1 3 0,-2-1 0,3-2 0,2-3 0,2-2 0,4-1 0,-3-2 0,1-1 0,1-3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3:35.074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26820.375"/>
      <inkml:brushProperty name="anchorY" value="-36548.32031"/>
      <inkml:brushProperty name="scaleFactor" value="0.5"/>
    </inkml:brush>
  </inkml:definitions>
  <inkml:trace contextRef="#ctx0" brushRef="#br0">4930 0 24575,'0'0'0,"-7"0"0,-14 4 0,-6 0 0,-19 4 0,-4 7 0,-9 3 0,-3-1 0,2-4 0,5-3 0,4 4 0,9-3 0,4-2 0,6-2 0,5 1 0,-1-2 0,-1 3 0,-2 2 0,-6 3 0,1-2 0,-1 2 0,-4-3 0,-1-3 0,-4 5 0,1 2 0,4-1 0,2-3 0,-3 0 0,1 2 0,-4 1 0,-3 6 0,0-3 0,-6 2 0,-3-1 0,7 1 0,3-1 0,3 1 0,3 0 0,-2-3 0,5-1 0,0 4 0,-2-3 0,-1 1 0,-4 8 0,0 1 0,1-1 0,2 0 0,4 3 0,2-6 0,4 3 0,-3 10 0,6-1 0,3-1 0,0 1 0,-2 1 0,0 1 0,3 1 0,5-4 0,1 1 0,6 1 0,-3 4 0,2-3 0,4 1 0,3 1 0,2-1 0,3 4 0,1 1 0,1 4 0,4 4 0,5 6 0,7 11 0,7 9 0,-1 9 0,8 1 0,-1-3 0,0 2 0,-3-6 0,-1-9 0,-3-6 0,-1 4 0,2 1 0,-3 3 0,-2 5 0,-3 3 0,-5 0 0,0 1 0,-3-1 0,2 3 0,2-5 0,-1-4 0,-2-6 0,-2-3 0,-3-8 0,-1-2 0,-1-6 0,-1 1 0,0-3 0,-1-3 0,1 2 0,0-1 0,-1-2 0,-3 2 0,0 4 0,-8-2 0,-3 3 0,-3 6 0,-5-6 0,2-3 0,-3-2 0,-4 0 0,1-9 0,-3 2 0,1-4 0,3 0 0,1 0 0,-9 8 0,-3-2 0,-2 1 0,-2-1 0,0 0 0,0-1 0,-3 3 0,-3 1 0,0-1 0,1-4 0,-2-1 0,2 3 0,1 0 0,3-4 0,0 1 0,-1-5 0,0 0 0,-11 5 0,0 1 0,-2-3 0,-1 5 0,-4 0 0,6 0 0,-3 0 0,8-3 0,0 2 0,0 4 0,2-4 0,3 1 0,-10-1 0,2-1 0,-6 0 0,2 0 0,0 0 0,12-4 0,0-3 0,3 3 0,3-6 0,0 4 0,1-5 0,0 1 0,0 1 0,0 3 0,-4 6 0,-4 6 0,-4 1 0,0 0 0,-1 7 0,-3-1 0,7-2 0,-1 1 0,6 2 0,3 1 0,5-2 0,9-2 0,4 0 0,7 2 0,5 1 0,0 6 0,-1 2 0,2 1 0,-6-1 0,-2 12 0,-6-1 0,2 0 0,4-6 0,4-4 0,4-11 0,4-12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3:55.467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40034.375"/>
      <inkml:brushProperty name="anchorY" value="-80649.30469"/>
      <inkml:brushProperty name="scaleFactor" value="0.5"/>
    </inkml:brush>
  </inkml:definitions>
  <inkml:trace contextRef="#ctx0" brushRef="#br0">1657 0 24575,'0'0'0,"0"3"0,0 10 0,4 6 0,0 8 0,7 5 0,0 4 0,-1 7 0,2-3 0,2 0 0,1-1 0,-2 3 0,0 5 0,6-1 0,1 3 0,-3 3 0,1 2 0,-1 2 0,0 1 0,1 0 0,1-6 0,3 6 0,-3-2 0,8 4 0,7 9 0,12 11 0,10 9 0,1-2 0,-1-5 0,-7-6 0,-2 2 0,-2-5 0,-3 0 0,-2-4 0,-4-2 0,-2 1 0,-3-3 0,-4 3 0,0 9 0,-5 0 0,-2-2 0,-1-1 0,-5-2 0,-4-5 0,-4-6 0,5 1 0,-2-2 0,3 3 0,-2 0 0,-3-8 0,-1-1 0,-3 0 0,-1-5 0,-2-2 0,0 2 0,0-3 0,-4 2 0,0 3 0,-5-6 0,2 2 0,-7-5 0,1 6 0,-2-2 0,-1-4 0,-5 2 0,-1-1 0,-1-1 0,-3-4 0,0-1 0,1-5 0,2 1 0,-3 0 0,1-3 0,-3 3 0,1 0 0,-2-1 0,1 1 0,2-3 0,-2-2 0,-2 1 0,-2-2 0,1 3 0,2-6 0,-5 6 0,3-6 0,-3 4 0,4-2 0,2-2 0,-1 0 0,6-2 0,2-1 0,6-1 0,1 4 0,0-3 0,-1-1 0,-1-1 0,-5 0 0,3 0 0,-4 1 0,-1 0 0,1 0 0,-4 0 0,1 0 0,-3 4 0,1 0 0,-7 0 0,6 0 0,2-2 0,-1 4 0,5 3 0,2-4 0,2-2 0,3 3 0,2-5 0,-1 2 0,-5 4 0,-1 0 0,-2-5 0,-3 3 0,3-2 0,2 4 0,4-1 0,-7 3 0,5-1 0,-2 3 0,2 2 0,-5 2 0,0 1 0,0 3 0,-3 0 0,5 1 0,4-4 0,-2 0 0,4-4 0,-1 1 0,5-4 0,-2 2 0,0 1 0,-1 7 0,-2 8 0,2-1 0,3 0 0,-4 6 0,-1-1 0,2-6 0,-1-6 0,3 1 0,-4-1 0,2 1 0,3-5 0,-1 4 0,3 4 0,-1-6 0,-2 3 0,-2 0 0,1 0 0,4-4 0,-6 4 0,-1-4 0,-2 1 0,3-5 0,-4 13 0,2 1 0,1 5 0,-1-5 0,-4-1 0,-1 1 0,4-1 0,0-5 0,4-2 0,-3 0 0,-1 3 0,-1 0 0,3-3 0,-3 7 0,-1 4 0,0 1 0,-1-2 0,4-1 0,1 1 0,-3-2 0,-5 2 0,-1 3 0,0-1 0,1 5 0,1-1 0,5 1 0,-2 1 0,4-7 0,4-4 0,0 6 0,-1-3 0,3-1 0,-2 2 0,3-2 0,2-2 0,-6-1 0,3-2 0,0-5 0,0 3 0,1-5 0,3 1 0,1-3 0,3-1 0,1 6 0,0-3 0,1-2 0,1-4 0,-1-3 0,1-3 0,-1-1 0,0-2 0,0 0 0,0 0 0,0-1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06:34:18.620"/>
    </inkml:context>
    <inkml:brush xml:id="br0">
      <inkml:brushProperty name="width" value="0.025" units="cm"/>
      <inkml:brushProperty name="height" value="0.025" units="cm"/>
      <inkml:brushProperty name="color" value="#CC912C"/>
      <inkml:brushProperty name="inkEffects" value="gold"/>
      <inkml:brushProperty name="anchorX" value="41342.66016"/>
      <inkml:brushProperty name="anchorY" value="-97562.21875"/>
      <inkml:brushProperty name="scaleFactor" value="0.5"/>
    </inkml:brush>
  </inkml:definitions>
  <inkml:trace contextRef="#ctx0" brushRef="#br0">41 0 24575,'0'0'0,"0"3"0,0 6 0,0 2 0,0 4 0,0 3 0,0 1 0,3 0 0,5 1 0,4 0 0,-1 4 0,-2 0 0,-2 7 0,-2-1 0,-2 4 0,-2 1 0,-1-3 0,0 2 0,-1-4 0,1-2 0,0-3 0,-1 1 0,1 2 0,0 0 0,-4 2 0,0-2 0,0 2 0,-3 6 0,1 2 0,0-2 0,2 5 0,2 3 0,0-3 0,1 3 0,-3 3 0,1 0 0,-1 2 0,-7 3 0,1 1 0,1-1 0,2 5 0,2-4 0,2 6 0,2 4 0,0 0 0,1-3 0,0-1 0,1 2 0,-1 0 0,1 3 0,-1 7 0,0 1 0,0-6 0,0 5 0,4 8 0,11 3 0,5 5 0,3 0 0,-3-8 0,3-4 0,0-5 0,-1-13 0,3 1 0,0-7 0,7 5 0,-5-4 0,-1 0 0,5 10 0,2 0 0,6 2 0,-1-1 0,8 7 0,-3-2 0,3 3 0,-1-1 0,-2 4 0,0-2 0,1 1 0,-4-3 0,-1-7 0,-5 1 0,4 1 0,-1-1 0,-6-5 0,3 10 0,-2-4 0,-4-5 0,-2-3 0,-3 7 0,-2 0 0,-1 7 0,3 7 0,0 3 0,-5 5 0,0 0 0,-4-1 0,3-2 0,-3 2 0,0-2 0,-2-1 0,0-5 0,-2-2 0,-3 7 0,-3-4 0,-1-3 0,-2-1 0,-1-1 0,0-3 0,0-7 0,-1-3 0,1-3 0,0 2 0,-1-3 0,1 7 0,0-3 0,0 0 0,0-1 0,0-5 0,0-4 0,0 0 0,0-4 0,0 2 0,0 2 0,0 2 0,0-5 0,0 1 0,0-7 0,0 2 0,0 3 0,0-1 0,-7 2 0,-5 4 0,0-2 0,2-2 0,2 2 0,-5 1 0,-2-1 0,2 1 0,-2-1 0,3-7 0,-8 9 0,2-2 0,-1 4 0,-4 1 0,4-6 0,0 1 0,0-4 0,1-5 0,3-6 0,1 2 0,-1-8 0,3 1 0,3 1 0,3 1 0,-5 3 0,1-2 0,2-3 0,-2 5 0,2 5 0,1-2 0,3-2 0,2-8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7973BF35-9B7A-811A-6C0C-C265A2A2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55A0EFFC-19A4-D336-286E-929E40019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05E98312-1D1B-D981-11C6-2921AE7A5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5941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image" Target="../media/image1.jpeg"/><Relationship Id="rId21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customXml" Target="../ink/ink4.xml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11" Type="http://schemas.openxmlformats.org/officeDocument/2006/relationships/image" Target="../media/image6.pn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10" Type="http://schemas.openxmlformats.org/officeDocument/2006/relationships/customXml" Target="../ink/ink3.xml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image" Target="../media/image1.jpeg"/><Relationship Id="rId21" Type="http://schemas.openxmlformats.org/officeDocument/2006/relationships/image" Target="../media/image16.png"/><Relationship Id="rId7" Type="http://schemas.openxmlformats.org/officeDocument/2006/relationships/image" Target="../media/image4.png"/><Relationship Id="rId12" Type="http://schemas.openxmlformats.org/officeDocument/2006/relationships/customXml" Target="../ink/ink8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11" Type="http://schemas.openxmlformats.org/officeDocument/2006/relationships/image" Target="../media/image6.png"/><Relationship Id="rId24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23" Type="http://schemas.openxmlformats.org/officeDocument/2006/relationships/image" Target="../media/image18.png"/><Relationship Id="rId10" Type="http://schemas.openxmlformats.org/officeDocument/2006/relationships/customXml" Target="../ink/ink7.xml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7.png"/><Relationship Id="rId27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4238084544"/>
              </p:ext>
            </p:extLst>
          </p:nvPr>
        </p:nvGraphicFramePr>
        <p:xfrm>
          <a:off x="360000" y="182550"/>
          <a:ext cx="8280050" cy="289536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260623_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社群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_UFO</a:t>
                      </a:r>
                      <a:r>
                        <a:rPr lang="zh-TW" altLang="en-US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節篇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(1080</a:t>
                      </a:r>
                      <a:r>
                        <a:rPr lang="zh-TW" altLang="en-US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</a:t>
                      </a: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  <a:r>
                        <a:rPr lang="zh-TW" altLang="en-US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；</a:t>
                      </a:r>
                      <a:r>
                        <a:rPr lang="en-US" altLang="zh-TW" sz="10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1080*1350)</a:t>
                      </a:r>
                      <a:endParaRPr sz="1000" b="1" dirty="0">
                        <a:solidFill>
                          <a:srgbClr val="B7B7B7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4157261049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000" dirty="0"/>
                        <a:t>復古卡通風格</a:t>
                      </a:r>
                      <a:r>
                        <a:rPr lang="zh-TW" altLang="en-US" sz="1000" dirty="0"/>
                        <a:t>、科技</a:t>
                      </a:r>
                      <a:r>
                        <a:rPr lang="en-US" altLang="zh-TW" sz="1000" dirty="0"/>
                        <a:t>(</a:t>
                      </a:r>
                      <a:r>
                        <a:rPr lang="zh-TW" altLang="en-US" sz="1000" dirty="0"/>
                        <a:t>外太空</a:t>
                      </a:r>
                      <a:r>
                        <a:rPr lang="en-US" altLang="zh-TW" sz="1000" dirty="0"/>
                        <a:t>)</a:t>
                      </a:r>
                      <a:r>
                        <a:rPr lang="zh-TW" altLang="en-US" sz="1000" dirty="0"/>
                        <a:t>、不飽和色系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貓咖玩家、喜歡貓咪的用戶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TA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一起慶祝節日、維持互動、引發共鳴。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外星貓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meme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、兌換碼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1243795321"/>
              </p:ext>
            </p:extLst>
          </p:nvPr>
        </p:nvGraphicFramePr>
        <p:xfrm>
          <a:off x="0" y="0"/>
          <a:ext cx="9143975" cy="513030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83;p18">
            <a:extLst>
              <a:ext uri="{FF2B5EF4-FFF2-40B4-BE49-F238E27FC236}">
                <a16:creationId xmlns:a16="http://schemas.microsoft.com/office/drawing/2014/main" id="{E147F9E1-DC4B-C519-3CDB-8E382CB69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64151"/>
              </p:ext>
            </p:extLst>
          </p:nvPr>
        </p:nvGraphicFramePr>
        <p:xfrm>
          <a:off x="3614775" y="0"/>
          <a:ext cx="5529225" cy="362789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左上對話框 兌換碼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【UFO51121】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夜晚森林</a:t>
                      </a:r>
                      <a:r>
                        <a:rPr lang="en-US" altLang="zh-TW" sz="800" dirty="0"/>
                        <a:t>(</a:t>
                      </a:r>
                      <a:r>
                        <a:rPr lang="zh-TW" altLang="en-US" sz="800" dirty="0"/>
                        <a:t>可參考附圖</a:t>
                      </a:r>
                      <a:r>
                        <a:rPr lang="en-US" altLang="zh-TW" sz="800" dirty="0"/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天空</a:t>
                      </a:r>
                      <a:r>
                        <a:rPr lang="zh-TW" altLang="zh-TW" sz="800" dirty="0"/>
                        <a:t>是深藍色的夜空，點綴著</a:t>
                      </a:r>
                      <a:r>
                        <a:rPr lang="zh-TW" altLang="en-US" sz="800" dirty="0"/>
                        <a:t>少許</a:t>
                      </a:r>
                      <a:r>
                        <a:rPr lang="zh-TW" altLang="zh-TW" sz="800" dirty="0"/>
                        <a:t>星星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遠方地平線</a:t>
                      </a:r>
                      <a:r>
                        <a:rPr lang="zh-TW" altLang="zh-TW" sz="800" dirty="0"/>
                        <a:t>有淡淡的月牙和朦朧的樹林輪廓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中景</a:t>
                      </a:r>
                      <a:r>
                        <a:rPr lang="zh-TW" altLang="zh-TW" sz="800" dirty="0"/>
                        <a:t>是一片被黃色光束照亮的森林與草地，光線從飛碟底部灑下，形成明亮的聚光區域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前景</a:t>
                      </a:r>
                      <a:r>
                        <a:rPr lang="zh-TW" altLang="zh-TW" sz="800" dirty="0"/>
                        <a:t>則是深色的植物、藤蔓和葉片剪影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角色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co_71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坐在飛船中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身穿太空服、頭頂天線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he_202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→ 倒過來，有點像卡住</a:t>
                      </a:r>
                      <a:r>
                        <a:rPr lang="en-US" altLang="zh-TW" sz="800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ufo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的下面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裝甲服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bo_209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fa_47)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→ 只留下頭在對話框裡，也可以雙手扒住對話框，打招呼的感覺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co_66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→ 同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co_8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飛船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可參考右圖做出貓耳飛船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裡面做外星貓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(co_71)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飛碟吸起的雜物們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gift_event_01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gift_event_03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gift_moyu_02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gift_moyu_0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0" name="群組 49">
            <a:extLst>
              <a:ext uri="{FF2B5EF4-FFF2-40B4-BE49-F238E27FC236}">
                <a16:creationId xmlns:a16="http://schemas.microsoft.com/office/drawing/2014/main" id="{43BACD5E-4BA3-CC21-3439-D3F3EDCF2BEB}"/>
              </a:ext>
            </a:extLst>
          </p:cNvPr>
          <p:cNvGrpSpPr/>
          <p:nvPr/>
        </p:nvGrpSpPr>
        <p:grpSpPr>
          <a:xfrm>
            <a:off x="-12" y="-5196"/>
            <a:ext cx="3614787" cy="5148684"/>
            <a:chOff x="-12" y="-5196"/>
            <a:chExt cx="3614787" cy="5148684"/>
          </a:xfrm>
        </p:grpSpPr>
        <p:graphicFrame>
          <p:nvGraphicFramePr>
            <p:cNvPr id="51" name="Google Shape;77;p17">
              <a:extLst>
                <a:ext uri="{FF2B5EF4-FFF2-40B4-BE49-F238E27FC236}">
                  <a16:creationId xmlns:a16="http://schemas.microsoft.com/office/drawing/2014/main" id="{B64556CF-AA31-9727-6B82-07419F25E3C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4633421"/>
                </p:ext>
              </p:extLst>
            </p:nvPr>
          </p:nvGraphicFramePr>
          <p:xfrm>
            <a:off x="-12" y="335238"/>
            <a:ext cx="3614775" cy="4808250"/>
          </p:xfrm>
          <a:graphic>
            <a:graphicData uri="http://schemas.openxmlformats.org/drawingml/2006/table">
              <a:tbl>
                <a:tblPr>
                  <a:noFill/>
                  <a:tableStyleId>{D27BCB22-5DEB-4D4A-AEB1-C0894EA97893}</a:tableStyleId>
                </a:tblPr>
                <a:tblGrid>
                  <a:gridCol w="127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188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81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58875">
                  <a:tc rowSpan="2" gridSpan="3"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6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endParaRPr>
                      </a:p>
                    </a:txBody>
                    <a:tcPr marL="91425" marR="91425" marT="91425" marB="91425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 rowSpan="2" h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rowSpan="2" h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49375">
                  <a:tc gridSpan="3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hMerge="1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hMerge="1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52" name="Google Shape;78;p17">
              <a:extLst>
                <a:ext uri="{FF2B5EF4-FFF2-40B4-BE49-F238E27FC236}">
                  <a16:creationId xmlns:a16="http://schemas.microsoft.com/office/drawing/2014/main" id="{85114551-A48C-7E60-B7A5-8FA8251775A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02840035"/>
                </p:ext>
              </p:extLst>
            </p:nvPr>
          </p:nvGraphicFramePr>
          <p:xfrm>
            <a:off x="0" y="-5196"/>
            <a:ext cx="3614775" cy="335250"/>
          </p:xfrm>
          <a:graphic>
            <a:graphicData uri="http://schemas.openxmlformats.org/drawingml/2006/table">
              <a:tbl>
                <a:tblPr>
                  <a:noFill/>
                  <a:tableStyleId>{D27BCB22-5DEB-4D4A-AEB1-C0894EA97893}</a:tableStyleId>
                </a:tblPr>
                <a:tblGrid>
                  <a:gridCol w="36147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3005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zh-TW" altLang="en-US" sz="1000" b="1" dirty="0">
                            <a:solidFill>
                              <a:schemeClr val="lt1"/>
                            </a:solidFill>
                            <a:latin typeface="Microsoft JhengHei"/>
                            <a:ea typeface="Microsoft JhengHei"/>
                            <a:cs typeface="Microsoft JhengHei"/>
                            <a:sym typeface="Microsoft JhengHei"/>
                          </a:rPr>
                          <a:t>靜態排版示意圖</a:t>
                        </a:r>
                        <a:endPara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43434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DD12198A-6BF6-F206-DF52-83D1A0A36B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9107" y="326311"/>
            <a:ext cx="3607413" cy="4808249"/>
          </a:xfrm>
          <a:prstGeom prst="rect">
            <a:avLst/>
          </a:prstGeom>
        </p:spPr>
      </p:pic>
      <p:grpSp>
        <p:nvGrpSpPr>
          <p:cNvPr id="57" name="群組 56">
            <a:extLst>
              <a:ext uri="{FF2B5EF4-FFF2-40B4-BE49-F238E27FC236}">
                <a16:creationId xmlns:a16="http://schemas.microsoft.com/office/drawing/2014/main" id="{3B038FEA-0ACD-593C-C58E-2C4FBD7BB611}"/>
              </a:ext>
            </a:extLst>
          </p:cNvPr>
          <p:cNvGrpSpPr/>
          <p:nvPr/>
        </p:nvGrpSpPr>
        <p:grpSpPr>
          <a:xfrm>
            <a:off x="1067093" y="733172"/>
            <a:ext cx="2699154" cy="1463465"/>
            <a:chOff x="978441" y="527615"/>
            <a:chExt cx="2699154" cy="1463465"/>
          </a:xfrm>
        </p:grpSpPr>
        <p:pic>
          <p:nvPicPr>
            <p:cNvPr id="6" name="圖片 5" descr="Pixel Ufo Vector Art, Icons, and Graphics for Free Download">
              <a:extLst>
                <a:ext uri="{FF2B5EF4-FFF2-40B4-BE49-F238E27FC236}">
                  <a16:creationId xmlns:a16="http://schemas.microsoft.com/office/drawing/2014/main" id="{89340D2B-B911-26D4-1D3D-CFBBF4101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610" t="32303" r="12152" b="29313"/>
            <a:stretch>
              <a:fillRect/>
            </a:stretch>
          </p:blipFill>
          <p:spPr>
            <a:xfrm rot="762899">
              <a:off x="978441" y="576459"/>
              <a:ext cx="2699154" cy="1414621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7AB0C2F-CD6A-61BA-09F8-87559533C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82" t="7102" r="-1282" b="39701"/>
            <a:stretch>
              <a:fillRect/>
            </a:stretch>
          </p:blipFill>
          <p:spPr>
            <a:xfrm rot="739481">
              <a:off x="1944203" y="527615"/>
              <a:ext cx="1009650" cy="64857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35E4A079-7B40-C858-5417-F46BE771C099}"/>
                  </a:ext>
                </a:extLst>
              </p14:cNvPr>
              <p14:cNvContentPartPr/>
              <p14:nvPr/>
            </p14:nvContentPartPr>
            <p14:xfrm>
              <a:off x="43309" y="1823182"/>
              <a:ext cx="1702800" cy="185508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35E4A079-7B40-C858-5417-F46BE771C0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189" y="1817062"/>
                <a:ext cx="1715040" cy="18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51FD8417-745D-49D7-CBD6-0DB5FA820BE5}"/>
                  </a:ext>
                </a:extLst>
              </p14:cNvPr>
              <p14:cNvContentPartPr/>
              <p14:nvPr/>
            </p14:nvContentPartPr>
            <p14:xfrm>
              <a:off x="40429" y="1911742"/>
              <a:ext cx="1774800" cy="25920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51FD8417-745D-49D7-CBD6-0DB5FA820B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89" y="1902742"/>
                <a:ext cx="1792440" cy="26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2C89BCFC-A556-1925-112A-979016E79F1F}"/>
                  </a:ext>
                </a:extLst>
              </p14:cNvPr>
              <p14:cNvContentPartPr/>
              <p14:nvPr/>
            </p14:nvContentPartPr>
            <p14:xfrm>
              <a:off x="1890469" y="2078062"/>
              <a:ext cx="992160" cy="308232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2C89BCFC-A556-1925-112A-979016E79F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81469" y="2069062"/>
                <a:ext cx="1009800" cy="30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137421E8-C66D-8659-6B41-7A6C73794A4D}"/>
                  </a:ext>
                </a:extLst>
              </p14:cNvPr>
              <p14:cNvContentPartPr/>
              <p14:nvPr/>
            </p14:nvContentPartPr>
            <p14:xfrm>
              <a:off x="2603989" y="1988149"/>
              <a:ext cx="479520" cy="3022920"/>
            </p14:xfrm>
          </p:contentPart>
        </mc:Choice>
        <mc:Fallback xmlns=""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137421E8-C66D-8659-6B41-7A6C73794A4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9669" y="1983829"/>
                <a:ext cx="488160" cy="3031560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圖片 35">
            <a:extLst>
              <a:ext uri="{FF2B5EF4-FFF2-40B4-BE49-F238E27FC236}">
                <a16:creationId xmlns:a16="http://schemas.microsoft.com/office/drawing/2014/main" id="{0486B2B4-CC93-B465-B4AD-44E901A2AB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286" y="3678262"/>
            <a:ext cx="686543" cy="686543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499C147-F608-7D94-EA8E-E1400F0D2F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9693" y="1923396"/>
            <a:ext cx="247650" cy="247650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80C56899-93D6-52DB-CF96-90E6F9FB41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098611">
            <a:off x="2178109" y="2898423"/>
            <a:ext cx="311882" cy="311882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4743B5ED-2DBA-E54E-808D-0424260B1B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294684">
            <a:off x="2568634" y="4156898"/>
            <a:ext cx="415814" cy="415814"/>
          </a:xfrm>
          <a:prstGeom prst="rect">
            <a:avLst/>
          </a:prstGeom>
        </p:spPr>
      </p:pic>
      <p:grpSp>
        <p:nvGrpSpPr>
          <p:cNvPr id="58" name="群組 57">
            <a:extLst>
              <a:ext uri="{FF2B5EF4-FFF2-40B4-BE49-F238E27FC236}">
                <a16:creationId xmlns:a16="http://schemas.microsoft.com/office/drawing/2014/main" id="{4361D207-943A-7357-5922-B52EB0174CBB}"/>
              </a:ext>
            </a:extLst>
          </p:cNvPr>
          <p:cNvGrpSpPr/>
          <p:nvPr/>
        </p:nvGrpSpPr>
        <p:grpSpPr>
          <a:xfrm>
            <a:off x="300760" y="1443375"/>
            <a:ext cx="1009650" cy="694272"/>
            <a:chOff x="208927" y="1147731"/>
            <a:chExt cx="1009650" cy="694272"/>
          </a:xfrm>
        </p:grpSpPr>
        <p:sp>
          <p:nvSpPr>
            <p:cNvPr id="45" name="語音泡泡: 橢圓形 44">
              <a:extLst>
                <a:ext uri="{FF2B5EF4-FFF2-40B4-BE49-F238E27FC236}">
                  <a16:creationId xmlns:a16="http://schemas.microsoft.com/office/drawing/2014/main" id="{5AA3A129-90CA-9734-2095-8F9454AC87D6}"/>
                </a:ext>
              </a:extLst>
            </p:cNvPr>
            <p:cNvSpPr/>
            <p:nvPr/>
          </p:nvSpPr>
          <p:spPr>
            <a:xfrm>
              <a:off x="349521" y="1307158"/>
              <a:ext cx="709844" cy="534845"/>
            </a:xfrm>
            <a:prstGeom prst="wedgeEllipseCallout">
              <a:avLst>
                <a:gd name="adj1" fmla="val 51925"/>
                <a:gd name="adj2" fmla="val -3937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DCC530CA-7BBF-08B5-F98E-1A999A07C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b="46031"/>
            <a:stretch>
              <a:fillRect/>
            </a:stretch>
          </p:blipFill>
          <p:spPr>
            <a:xfrm flipH="1">
              <a:off x="208927" y="1147731"/>
              <a:ext cx="1009650" cy="657989"/>
            </a:xfrm>
            <a:prstGeom prst="rect">
              <a:avLst/>
            </a:prstGeom>
          </p:spPr>
        </p:pic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97A276FA-ED79-A0F0-8CF1-93F71A118224}"/>
              </a:ext>
            </a:extLst>
          </p:cNvPr>
          <p:cNvGrpSpPr/>
          <p:nvPr/>
        </p:nvGrpSpPr>
        <p:grpSpPr>
          <a:xfrm>
            <a:off x="2896589" y="1873824"/>
            <a:ext cx="748087" cy="610959"/>
            <a:chOff x="2804727" y="1748947"/>
            <a:chExt cx="748087" cy="610959"/>
          </a:xfrm>
        </p:grpSpPr>
        <p:sp>
          <p:nvSpPr>
            <p:cNvPr id="47" name="語音泡泡: 橢圓形 46">
              <a:extLst>
                <a:ext uri="{FF2B5EF4-FFF2-40B4-BE49-F238E27FC236}">
                  <a16:creationId xmlns:a16="http://schemas.microsoft.com/office/drawing/2014/main" id="{854CFFB4-5664-6FC0-BD57-BAC9CF5992B0}"/>
                </a:ext>
              </a:extLst>
            </p:cNvPr>
            <p:cNvSpPr/>
            <p:nvPr/>
          </p:nvSpPr>
          <p:spPr>
            <a:xfrm>
              <a:off x="2851045" y="1895497"/>
              <a:ext cx="666924" cy="464409"/>
            </a:xfrm>
            <a:prstGeom prst="wedgeEllipseCallout">
              <a:avLst>
                <a:gd name="adj1" fmla="val -34443"/>
                <a:gd name="adj2" fmla="val -8640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BE69880B-A42F-B07D-ACAD-BA1D91528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t="-1" b="34905"/>
            <a:stretch>
              <a:fillRect/>
            </a:stretch>
          </p:blipFill>
          <p:spPr>
            <a:xfrm>
              <a:off x="2804727" y="1748947"/>
              <a:ext cx="748087" cy="588042"/>
            </a:xfrm>
            <a:prstGeom prst="rect">
              <a:avLst/>
            </a:prstGeom>
          </p:spPr>
        </p:pic>
      </p:grpSp>
      <p:pic>
        <p:nvPicPr>
          <p:cNvPr id="54" name="圖片 53">
            <a:extLst>
              <a:ext uri="{FF2B5EF4-FFF2-40B4-BE49-F238E27FC236}">
                <a16:creationId xmlns:a16="http://schemas.microsoft.com/office/drawing/2014/main" id="{DFC4F4F0-E6BD-658E-4B0A-5106099D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192" y="2877415"/>
            <a:ext cx="1712808" cy="22829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25909BA1-B8E4-619F-274C-201D99FF304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0311" y="4681964"/>
            <a:ext cx="805545" cy="425358"/>
          </a:xfrm>
          <a:prstGeom prst="rect">
            <a:avLst/>
          </a:prstGeom>
        </p:spPr>
      </p:pic>
      <p:sp>
        <p:nvSpPr>
          <p:cNvPr id="61" name="語音泡泡: 橢圓形 60">
            <a:extLst>
              <a:ext uri="{FF2B5EF4-FFF2-40B4-BE49-F238E27FC236}">
                <a16:creationId xmlns:a16="http://schemas.microsoft.com/office/drawing/2014/main" id="{F9AE17A9-5954-F46B-CADC-F0815FDFF23E}"/>
              </a:ext>
            </a:extLst>
          </p:cNvPr>
          <p:cNvSpPr/>
          <p:nvPr/>
        </p:nvSpPr>
        <p:spPr>
          <a:xfrm>
            <a:off x="125865" y="453277"/>
            <a:ext cx="1864605" cy="625933"/>
          </a:xfrm>
          <a:prstGeom prst="wedgeEllipseCallout">
            <a:avLst>
              <a:gd name="adj1" fmla="val 39780"/>
              <a:gd name="adj2" fmla="val 538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D98A7B49-4752-C0FE-51E4-ECBBDBE09B9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flipH="1">
            <a:off x="957968" y="2386269"/>
            <a:ext cx="895979" cy="1041123"/>
          </a:xfrm>
          <a:prstGeom prst="rect">
            <a:avLst/>
          </a:prstGeom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81478D12-045B-06D9-143B-672F3BAA7BA4}"/>
              </a:ext>
            </a:extLst>
          </p:cNvPr>
          <p:cNvGrpSpPr/>
          <p:nvPr/>
        </p:nvGrpSpPr>
        <p:grpSpPr>
          <a:xfrm rot="20757901">
            <a:off x="1530172" y="3402874"/>
            <a:ext cx="943739" cy="1471563"/>
            <a:chOff x="1594327" y="3571821"/>
            <a:chExt cx="1009650" cy="1566963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248AFB0C-B6BB-2A4C-90E9-F3A436BBE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594327" y="3571821"/>
              <a:ext cx="1009650" cy="1219200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51C32ECD-8B70-E38B-82AD-E28901EEC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647185" y="3995784"/>
              <a:ext cx="914400" cy="1143000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BAECE1F5-1B8D-9E9C-B13C-CABE5E16F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860960" y="3608678"/>
              <a:ext cx="433442" cy="541803"/>
            </a:xfrm>
            <a:prstGeom prst="rect">
              <a:avLst/>
            </a:prstGeom>
          </p:spPr>
        </p:pic>
      </p:grp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1C37CB6-B812-36FD-D9E9-09DC0B4ECEDD}"/>
              </a:ext>
            </a:extLst>
          </p:cNvPr>
          <p:cNvSpPr txBox="1"/>
          <p:nvPr/>
        </p:nvSpPr>
        <p:spPr>
          <a:xfrm>
            <a:off x="391441" y="492792"/>
            <a:ext cx="1332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zh-TW" altLang="en-US" sz="14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兌換碼</a:t>
            </a:r>
            <a:r>
              <a:rPr lang="en-US" altLang="zh-TW" sz="14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</a:p>
          <a:p>
            <a:pPr lvl="0" algn="ctr"/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</a:t>
            </a:r>
            <a:r>
              <a:rPr lang="zh-TW" altLang="zh-TW" dirty="0"/>
              <a:t>UFO51121</a:t>
            </a:r>
            <a:r>
              <a:rPr lang="en-US" alt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】</a:t>
            </a:r>
            <a:endParaRPr lang="en-US" altLang="zh-TW" sz="1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FFFA618F-F6C6-7ACF-9F1B-C3A81A54B699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b="32566"/>
          <a:stretch>
            <a:fillRect/>
          </a:stretch>
        </p:blipFill>
        <p:spPr>
          <a:xfrm rot="12336304">
            <a:off x="1740955" y="2086811"/>
            <a:ext cx="575587" cy="468701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2655426C-7AC4-FEE2-BF59-86F0DACC46C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flipH="1">
            <a:off x="1134059" y="2970179"/>
            <a:ext cx="528101" cy="660126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5469497F-3F7A-104F-147A-7501010FD54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flipH="1">
            <a:off x="1172191" y="2713259"/>
            <a:ext cx="478848" cy="598560"/>
          </a:xfrm>
          <a:prstGeom prst="rect">
            <a:avLst/>
          </a:prstGeom>
        </p:spPr>
      </p:pic>
      <p:sp>
        <p:nvSpPr>
          <p:cNvPr id="88" name="文字方塊 87">
            <a:extLst>
              <a:ext uri="{FF2B5EF4-FFF2-40B4-BE49-F238E27FC236}">
                <a16:creationId xmlns:a16="http://schemas.microsoft.com/office/drawing/2014/main" id="{11B8C71F-8572-90EC-68EB-7B7932C85336}"/>
              </a:ext>
            </a:extLst>
          </p:cNvPr>
          <p:cNvSpPr txBox="1"/>
          <p:nvPr/>
        </p:nvSpPr>
        <p:spPr>
          <a:xfrm>
            <a:off x="1012675" y="36857"/>
            <a:ext cx="1127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1080*1350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254C736-FD87-1170-80AB-F858FAC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83;p18">
            <a:extLst>
              <a:ext uri="{FF2B5EF4-FFF2-40B4-BE49-F238E27FC236}">
                <a16:creationId xmlns:a16="http://schemas.microsoft.com/office/drawing/2014/main" id="{55633FD6-2506-FA22-2FE4-3B270FD8E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6300165"/>
              </p:ext>
            </p:extLst>
          </p:nvPr>
        </p:nvGraphicFramePr>
        <p:xfrm>
          <a:off x="3614775" y="0"/>
          <a:ext cx="5529225" cy="4202944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800" dirty="0"/>
                        <a:t>夜晚森林</a:t>
                      </a:r>
                      <a:r>
                        <a:rPr lang="en-US" altLang="zh-TW" sz="800" dirty="0"/>
                        <a:t>(</a:t>
                      </a:r>
                      <a:r>
                        <a:rPr lang="zh-TW" altLang="en-US" sz="800" dirty="0"/>
                        <a:t>可參考附圖</a:t>
                      </a:r>
                      <a:r>
                        <a:rPr lang="en-US" altLang="zh-TW" sz="800" dirty="0"/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天空</a:t>
                      </a:r>
                      <a:r>
                        <a:rPr lang="zh-TW" altLang="zh-TW" sz="800" dirty="0"/>
                        <a:t>是深藍色的夜空，點綴著</a:t>
                      </a:r>
                      <a:r>
                        <a:rPr lang="zh-TW" altLang="en-US" sz="800" dirty="0"/>
                        <a:t>少許</a:t>
                      </a:r>
                      <a:r>
                        <a:rPr lang="zh-TW" altLang="zh-TW" sz="800" dirty="0"/>
                        <a:t>星星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遠方地平線</a:t>
                      </a:r>
                      <a:r>
                        <a:rPr lang="zh-TW" altLang="zh-TW" sz="800" dirty="0"/>
                        <a:t>有淡淡的月牙和朦朧的樹林輪廓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中景</a:t>
                      </a:r>
                      <a:r>
                        <a:rPr lang="zh-TW" altLang="zh-TW" sz="800" dirty="0"/>
                        <a:t>是一片被黃色光束照亮的森林與草地，光線從飛碟底部灑下，形成明亮的聚光區域</a:t>
                      </a:r>
                      <a:endParaRPr lang="en-US" altLang="zh-TW" sz="800" dirty="0"/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zh-TW" sz="800" b="1" dirty="0"/>
                        <a:t>前景</a:t>
                      </a:r>
                      <a:r>
                        <a:rPr lang="zh-TW" altLang="zh-TW" sz="800" dirty="0"/>
                        <a:t>則是深色的植物、藤蔓和葉片剪影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角色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co_71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坐在飛船中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身穿太空服、頭頂天線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he_202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→ 倒過來，有點像卡住</a:t>
                      </a:r>
                      <a:r>
                        <a:rPr lang="en-US" altLang="zh-TW" sz="800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ufo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的下面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裝甲服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bo_209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fa_47)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→ 只留下頭在對話框裡，也可以雙手扒住對話框，打招呼的感覺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co_66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→ 同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co_8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飛船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可參考右圖做出貓耳飛船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裡面做外星貓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(co_71)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飛碟吸起的雜物們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gift_event_01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gift_event_03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gift_moyu_02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gift_moyu_0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1080: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去除兌換碼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如空間不夠，可去除一些雜物</a:t>
                      </a:r>
                      <a:endParaRPr 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374994"/>
                  </a:ext>
                </a:extLst>
              </a:tr>
            </a:tbl>
          </a:graphicData>
        </a:graphic>
      </p:graphicFrame>
      <p:grpSp>
        <p:nvGrpSpPr>
          <p:cNvPr id="50" name="群組 49">
            <a:extLst>
              <a:ext uri="{FF2B5EF4-FFF2-40B4-BE49-F238E27FC236}">
                <a16:creationId xmlns:a16="http://schemas.microsoft.com/office/drawing/2014/main" id="{A4DA2173-8125-59E5-0EF3-04D2110888BE}"/>
              </a:ext>
            </a:extLst>
          </p:cNvPr>
          <p:cNvGrpSpPr/>
          <p:nvPr/>
        </p:nvGrpSpPr>
        <p:grpSpPr>
          <a:xfrm>
            <a:off x="-12" y="-5196"/>
            <a:ext cx="3614787" cy="5148684"/>
            <a:chOff x="-12" y="-5196"/>
            <a:chExt cx="3614787" cy="5148684"/>
          </a:xfrm>
        </p:grpSpPr>
        <p:graphicFrame>
          <p:nvGraphicFramePr>
            <p:cNvPr id="51" name="Google Shape;77;p17">
              <a:extLst>
                <a:ext uri="{FF2B5EF4-FFF2-40B4-BE49-F238E27FC236}">
                  <a16:creationId xmlns:a16="http://schemas.microsoft.com/office/drawing/2014/main" id="{2FFBA60A-A520-05B9-8686-7639CA60AD25}"/>
                </a:ext>
              </a:extLst>
            </p:cNvPr>
            <p:cNvGraphicFramePr/>
            <p:nvPr/>
          </p:nvGraphicFramePr>
          <p:xfrm>
            <a:off x="-12" y="335238"/>
            <a:ext cx="3614775" cy="4808250"/>
          </p:xfrm>
          <a:graphic>
            <a:graphicData uri="http://schemas.openxmlformats.org/drawingml/2006/table">
              <a:tbl>
                <a:tblPr>
                  <a:noFill/>
                  <a:tableStyleId>{D27BCB22-5DEB-4D4A-AEB1-C0894EA97893}</a:tableStyleId>
                </a:tblPr>
                <a:tblGrid>
                  <a:gridCol w="127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188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81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58875">
                  <a:tc rowSpan="2" gridSpan="3"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6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endParaRPr>
                      </a:p>
                    </a:txBody>
                    <a:tcPr marL="91425" marR="91425" marT="91425" marB="91425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 rowSpan="2" h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rowSpan="2" h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49375">
                  <a:tc gridSpan="3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hMerge="1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tc hMerge="1" vMerge="1">
                    <a:txBody>
                      <a:bodyPr/>
                      <a:lstStyle/>
                      <a:p>
                        <a:endParaRPr lang="zh-TW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52" name="Google Shape;78;p17">
              <a:extLst>
                <a:ext uri="{FF2B5EF4-FFF2-40B4-BE49-F238E27FC236}">
                  <a16:creationId xmlns:a16="http://schemas.microsoft.com/office/drawing/2014/main" id="{E850D8B3-11E0-65EE-CC60-C438C8C51AB6}"/>
                </a:ext>
              </a:extLst>
            </p:cNvPr>
            <p:cNvGraphicFramePr/>
            <p:nvPr/>
          </p:nvGraphicFramePr>
          <p:xfrm>
            <a:off x="0" y="-5196"/>
            <a:ext cx="3614775" cy="335250"/>
          </p:xfrm>
          <a:graphic>
            <a:graphicData uri="http://schemas.openxmlformats.org/drawingml/2006/table">
              <a:tbl>
                <a:tblPr>
                  <a:noFill/>
                  <a:tableStyleId>{D27BCB22-5DEB-4D4A-AEB1-C0894EA97893}</a:tableStyleId>
                </a:tblPr>
                <a:tblGrid>
                  <a:gridCol w="36147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3005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zh-TW" altLang="en-US" sz="1000" b="1" dirty="0">
                            <a:solidFill>
                              <a:schemeClr val="lt1"/>
                            </a:solidFill>
                            <a:latin typeface="Microsoft JhengHei"/>
                            <a:ea typeface="Microsoft JhengHei"/>
                            <a:cs typeface="Microsoft JhengHei"/>
                            <a:sym typeface="Microsoft JhengHei"/>
                          </a:rPr>
                          <a:t>靜態排版示意圖</a:t>
                        </a:r>
                        <a:endPara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43434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AE572B6C-7380-7CE8-1897-D1107AF4C9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9107" y="326311"/>
            <a:ext cx="3607413" cy="4808249"/>
          </a:xfrm>
          <a:prstGeom prst="rect">
            <a:avLst/>
          </a:prstGeom>
        </p:spPr>
      </p:pic>
      <p:grpSp>
        <p:nvGrpSpPr>
          <p:cNvPr id="57" name="群組 56">
            <a:extLst>
              <a:ext uri="{FF2B5EF4-FFF2-40B4-BE49-F238E27FC236}">
                <a16:creationId xmlns:a16="http://schemas.microsoft.com/office/drawing/2014/main" id="{A098E39C-D64F-2631-06CE-562FE63CF1D6}"/>
              </a:ext>
            </a:extLst>
          </p:cNvPr>
          <p:cNvGrpSpPr/>
          <p:nvPr/>
        </p:nvGrpSpPr>
        <p:grpSpPr>
          <a:xfrm rot="21063785">
            <a:off x="614381" y="395269"/>
            <a:ext cx="2699154" cy="1463465"/>
            <a:chOff x="978441" y="527615"/>
            <a:chExt cx="2699154" cy="1463465"/>
          </a:xfrm>
        </p:grpSpPr>
        <p:pic>
          <p:nvPicPr>
            <p:cNvPr id="6" name="圖片 5" descr="Pixel Ufo Vector Art, Icons, and Graphics for Free Download">
              <a:extLst>
                <a:ext uri="{FF2B5EF4-FFF2-40B4-BE49-F238E27FC236}">
                  <a16:creationId xmlns:a16="http://schemas.microsoft.com/office/drawing/2014/main" id="{4411C188-DE69-8DD8-1B58-F9D1E57E3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610" t="32303" r="12152" b="29313"/>
            <a:stretch>
              <a:fillRect/>
            </a:stretch>
          </p:blipFill>
          <p:spPr>
            <a:xfrm rot="762899">
              <a:off x="978441" y="576459"/>
              <a:ext cx="2699154" cy="1414621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F3160ED-AAAE-1FBB-7AF9-2A77B28B3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82" t="7102" r="-1282" b="39701"/>
            <a:stretch>
              <a:fillRect/>
            </a:stretch>
          </p:blipFill>
          <p:spPr>
            <a:xfrm rot="739481">
              <a:off x="1944203" y="527615"/>
              <a:ext cx="1009650" cy="64857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98454DB-497A-0EB0-F48B-ED1D9D30295B}"/>
                  </a:ext>
                </a:extLst>
              </p14:cNvPr>
              <p14:cNvContentPartPr/>
              <p14:nvPr/>
            </p14:nvContentPartPr>
            <p14:xfrm>
              <a:off x="43309" y="1823182"/>
              <a:ext cx="1702800" cy="185508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98454DB-497A-0EB0-F48B-ED1D9D302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189" y="1817062"/>
                <a:ext cx="1715040" cy="18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772C1FA2-4B52-7DA0-6B29-4DD38234A2BF}"/>
                  </a:ext>
                </a:extLst>
              </p14:cNvPr>
              <p14:cNvContentPartPr/>
              <p14:nvPr/>
            </p14:nvContentPartPr>
            <p14:xfrm>
              <a:off x="40429" y="1911742"/>
              <a:ext cx="1774800" cy="25920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772C1FA2-4B52-7DA0-6B29-4DD38234A2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89" y="1902742"/>
                <a:ext cx="1792440" cy="26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9481385A-48FD-B81B-2190-EA148FDE2771}"/>
                  </a:ext>
                </a:extLst>
              </p14:cNvPr>
              <p14:cNvContentPartPr/>
              <p14:nvPr/>
            </p14:nvContentPartPr>
            <p14:xfrm>
              <a:off x="1890469" y="2078062"/>
              <a:ext cx="992160" cy="308232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9481385A-48FD-B81B-2190-EA148FDE277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81469" y="2069062"/>
                <a:ext cx="1009800" cy="30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67282868-5B50-FC31-75F0-E1B7824D54AC}"/>
                  </a:ext>
                </a:extLst>
              </p14:cNvPr>
              <p14:cNvContentPartPr/>
              <p14:nvPr/>
            </p14:nvContentPartPr>
            <p14:xfrm>
              <a:off x="2603989" y="1988149"/>
              <a:ext cx="479520" cy="3022920"/>
            </p14:xfrm>
          </p:contentPart>
        </mc:Choice>
        <mc:Fallback xmlns=""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67282868-5B50-FC31-75F0-E1B7824D54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9669" y="1983829"/>
                <a:ext cx="488160" cy="3031560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圖片 35">
            <a:extLst>
              <a:ext uri="{FF2B5EF4-FFF2-40B4-BE49-F238E27FC236}">
                <a16:creationId xmlns:a16="http://schemas.microsoft.com/office/drawing/2014/main" id="{B0DEC958-3AB4-8982-3C6D-78D0C10205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076" y="3402160"/>
            <a:ext cx="552558" cy="552558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C6121992-D48D-326A-45AE-575EBAD6C1E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2433" y="1980304"/>
            <a:ext cx="247650" cy="247650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CC1EC9E-A1E7-D7CD-D171-E864B55DED7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098611">
            <a:off x="2165651" y="2510712"/>
            <a:ext cx="311882" cy="311882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50D524A0-702B-2A57-A0B8-1CDDBA3A0B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294684">
            <a:off x="2601633" y="3889417"/>
            <a:ext cx="415814" cy="415814"/>
          </a:xfrm>
          <a:prstGeom prst="rect">
            <a:avLst/>
          </a:prstGeom>
        </p:spPr>
      </p:pic>
      <p:grpSp>
        <p:nvGrpSpPr>
          <p:cNvPr id="58" name="群組 57">
            <a:extLst>
              <a:ext uri="{FF2B5EF4-FFF2-40B4-BE49-F238E27FC236}">
                <a16:creationId xmlns:a16="http://schemas.microsoft.com/office/drawing/2014/main" id="{95901C27-C642-1AD5-0C6D-9B7742132CB0}"/>
              </a:ext>
            </a:extLst>
          </p:cNvPr>
          <p:cNvGrpSpPr/>
          <p:nvPr/>
        </p:nvGrpSpPr>
        <p:grpSpPr>
          <a:xfrm>
            <a:off x="68948" y="1352590"/>
            <a:ext cx="1009650" cy="694272"/>
            <a:chOff x="208927" y="1147731"/>
            <a:chExt cx="1009650" cy="694272"/>
          </a:xfrm>
        </p:grpSpPr>
        <p:sp>
          <p:nvSpPr>
            <p:cNvPr id="45" name="語音泡泡: 橢圓形 44">
              <a:extLst>
                <a:ext uri="{FF2B5EF4-FFF2-40B4-BE49-F238E27FC236}">
                  <a16:creationId xmlns:a16="http://schemas.microsoft.com/office/drawing/2014/main" id="{30EEAAC0-824B-5399-426F-355BC7406089}"/>
                </a:ext>
              </a:extLst>
            </p:cNvPr>
            <p:cNvSpPr/>
            <p:nvPr/>
          </p:nvSpPr>
          <p:spPr>
            <a:xfrm>
              <a:off x="349521" y="1307158"/>
              <a:ext cx="709844" cy="534845"/>
            </a:xfrm>
            <a:prstGeom prst="wedgeEllipseCallout">
              <a:avLst>
                <a:gd name="adj1" fmla="val 51925"/>
                <a:gd name="adj2" fmla="val -3937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C1B3CF1-9EAE-066D-BF89-E862EF5E6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b="46031"/>
            <a:stretch>
              <a:fillRect/>
            </a:stretch>
          </p:blipFill>
          <p:spPr>
            <a:xfrm flipH="1">
              <a:off x="208927" y="1147731"/>
              <a:ext cx="1009650" cy="657989"/>
            </a:xfrm>
            <a:prstGeom prst="rect">
              <a:avLst/>
            </a:prstGeom>
          </p:spPr>
        </p:pic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0AD19284-6289-C718-1FFC-724AB4FC544D}"/>
              </a:ext>
            </a:extLst>
          </p:cNvPr>
          <p:cNvGrpSpPr/>
          <p:nvPr/>
        </p:nvGrpSpPr>
        <p:grpSpPr>
          <a:xfrm>
            <a:off x="2599821" y="1435903"/>
            <a:ext cx="748087" cy="610959"/>
            <a:chOff x="2804727" y="1748947"/>
            <a:chExt cx="748087" cy="610959"/>
          </a:xfrm>
        </p:grpSpPr>
        <p:sp>
          <p:nvSpPr>
            <p:cNvPr id="47" name="語音泡泡: 橢圓形 46">
              <a:extLst>
                <a:ext uri="{FF2B5EF4-FFF2-40B4-BE49-F238E27FC236}">
                  <a16:creationId xmlns:a16="http://schemas.microsoft.com/office/drawing/2014/main" id="{4760B83C-8668-039F-D20B-4EEA9262708E}"/>
                </a:ext>
              </a:extLst>
            </p:cNvPr>
            <p:cNvSpPr/>
            <p:nvPr/>
          </p:nvSpPr>
          <p:spPr>
            <a:xfrm>
              <a:off x="2851045" y="1895497"/>
              <a:ext cx="666924" cy="464409"/>
            </a:xfrm>
            <a:prstGeom prst="wedgeEllipseCallout">
              <a:avLst>
                <a:gd name="adj1" fmla="val -34443"/>
                <a:gd name="adj2" fmla="val -8640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675E6407-FCCB-0653-BD6F-9D030F529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t="-1" b="34905"/>
            <a:stretch>
              <a:fillRect/>
            </a:stretch>
          </p:blipFill>
          <p:spPr>
            <a:xfrm>
              <a:off x="2804727" y="1748947"/>
              <a:ext cx="748087" cy="588042"/>
            </a:xfrm>
            <a:prstGeom prst="rect">
              <a:avLst/>
            </a:prstGeom>
          </p:spPr>
        </p:pic>
      </p:grpSp>
      <p:pic>
        <p:nvPicPr>
          <p:cNvPr id="54" name="圖片 53">
            <a:extLst>
              <a:ext uri="{FF2B5EF4-FFF2-40B4-BE49-F238E27FC236}">
                <a16:creationId xmlns:a16="http://schemas.microsoft.com/office/drawing/2014/main" id="{99496798-4C92-0DDB-C3F6-6C844E9D6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192" y="2877415"/>
            <a:ext cx="1712808" cy="22829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364950BB-F3AA-1493-A044-09538DBB3A5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0311" y="4681964"/>
            <a:ext cx="805545" cy="425358"/>
          </a:xfrm>
          <a:prstGeom prst="rect">
            <a:avLst/>
          </a:prstGeom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E359DE9A-6165-F177-706A-0D961BBB6237}"/>
              </a:ext>
            </a:extLst>
          </p:cNvPr>
          <p:cNvGrpSpPr/>
          <p:nvPr/>
        </p:nvGrpSpPr>
        <p:grpSpPr>
          <a:xfrm rot="20757901">
            <a:off x="1771620" y="2952043"/>
            <a:ext cx="943739" cy="1471564"/>
            <a:chOff x="1594327" y="3571821"/>
            <a:chExt cx="1009650" cy="1566964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B703DB21-EBB8-8DA0-A9C5-1C0B045E3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594327" y="3571821"/>
              <a:ext cx="1009650" cy="1219200"/>
            </a:xfrm>
            <a:prstGeom prst="rect">
              <a:avLst/>
            </a:prstGeom>
          </p:spPr>
        </p:pic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928E9B88-E2CD-500D-A68A-CDFD31B9E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47185" y="3995785"/>
              <a:ext cx="914400" cy="1143000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9346A087-BBBC-CCB2-368F-4D0E0804F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60961" y="3608678"/>
              <a:ext cx="433442" cy="541803"/>
            </a:xfrm>
            <a:prstGeom prst="rect">
              <a:avLst/>
            </a:prstGeom>
          </p:spPr>
        </p:pic>
      </p:grpSp>
      <p:pic>
        <p:nvPicPr>
          <p:cNvPr id="82" name="圖片 81">
            <a:extLst>
              <a:ext uri="{FF2B5EF4-FFF2-40B4-BE49-F238E27FC236}">
                <a16:creationId xmlns:a16="http://schemas.microsoft.com/office/drawing/2014/main" id="{1DB0858C-ECC0-95E3-A087-9422DB114658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b="32566"/>
          <a:stretch>
            <a:fillRect/>
          </a:stretch>
        </p:blipFill>
        <p:spPr>
          <a:xfrm rot="10972602">
            <a:off x="1601802" y="1783974"/>
            <a:ext cx="575587" cy="468701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131FE7C8-ED4C-41E3-4F39-7E9519C4E15E}"/>
              </a:ext>
            </a:extLst>
          </p:cNvPr>
          <p:cNvGrpSpPr/>
          <p:nvPr/>
        </p:nvGrpSpPr>
        <p:grpSpPr>
          <a:xfrm>
            <a:off x="950570" y="2250916"/>
            <a:ext cx="895979" cy="1244036"/>
            <a:chOff x="957968" y="2386269"/>
            <a:chExt cx="895979" cy="1244036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4189AFC5-BE14-9742-D162-6BF4C68EE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flipH="1">
              <a:off x="957968" y="2386269"/>
              <a:ext cx="895979" cy="1041123"/>
            </a:xfrm>
            <a:prstGeom prst="rect">
              <a:avLst/>
            </a:prstGeom>
          </p:spPr>
        </p:pic>
        <p:pic>
          <p:nvPicPr>
            <p:cNvPr id="84" name="圖片 83">
              <a:extLst>
                <a:ext uri="{FF2B5EF4-FFF2-40B4-BE49-F238E27FC236}">
                  <a16:creationId xmlns:a16="http://schemas.microsoft.com/office/drawing/2014/main" id="{C9D41F78-2FD7-1FE1-A64E-CE7768352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flipH="1">
              <a:off x="1134059" y="2970179"/>
              <a:ext cx="528101" cy="660126"/>
            </a:xfrm>
            <a:prstGeom prst="rect">
              <a:avLst/>
            </a:prstGeom>
          </p:spPr>
        </p:pic>
        <p:pic>
          <p:nvPicPr>
            <p:cNvPr id="86" name="圖片 85">
              <a:extLst>
                <a:ext uri="{FF2B5EF4-FFF2-40B4-BE49-F238E27FC236}">
                  <a16:creationId xmlns:a16="http://schemas.microsoft.com/office/drawing/2014/main" id="{A7FCF5A7-374D-F128-A00E-2119AE7C1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flipH="1">
              <a:off x="1172191" y="2713259"/>
              <a:ext cx="478848" cy="598560"/>
            </a:xfrm>
            <a:prstGeom prst="rect">
              <a:avLst/>
            </a:prstGeom>
          </p:spPr>
        </p:pic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939A2B3B-BE15-A0F0-A7AB-6BE6989EE972}"/>
              </a:ext>
            </a:extLst>
          </p:cNvPr>
          <p:cNvSpPr txBox="1"/>
          <p:nvPr/>
        </p:nvSpPr>
        <p:spPr>
          <a:xfrm>
            <a:off x="1004741" y="15769"/>
            <a:ext cx="1139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1080*1080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29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1047</Words>
  <Application>Microsoft Office PowerPoint</Application>
  <PresentationFormat>如螢幕大小 (16:9)</PresentationFormat>
  <Paragraphs>147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12</cp:revision>
  <dcterms:modified xsi:type="dcterms:W3CDTF">2026-06-23T08:52:07Z</dcterms:modified>
</cp:coreProperties>
</file>