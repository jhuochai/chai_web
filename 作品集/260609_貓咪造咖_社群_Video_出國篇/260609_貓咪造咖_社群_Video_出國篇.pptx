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58" r:id="rId4"/>
    <p:sldId id="260" r:id="rId5"/>
    <p:sldId id="263" r:id="rId6"/>
    <p:sldId id="264" r:id="rId7"/>
    <p:sldId id="265" r:id="rId8"/>
    <p:sldId id="262"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7BCB22-5DEB-4D4A-AEB1-C0894EA97893}">
  <a:tblStyle styleId="{D27BCB22-5DEB-4D4A-AEB1-C0894EA978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0827450-85E5-4037-9B08-230FE2B864A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73ce70d4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73ce70d4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6f67f4b9b1_2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6f67f4b9b1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6f67f4b9b1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6f67f4b9b1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f67f4b9b1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f67f4b9b1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01A3FA1A-DA65-66E5-9110-6413AE6A9981}"/>
            </a:ext>
          </a:extLst>
        </p:cNvPr>
        <p:cNvGrpSpPr/>
        <p:nvPr/>
      </p:nvGrpSpPr>
      <p:grpSpPr>
        <a:xfrm>
          <a:off x="0" y="0"/>
          <a:ext cx="0" cy="0"/>
          <a:chOff x="0" y="0"/>
          <a:chExt cx="0" cy="0"/>
        </a:xfrm>
      </p:grpSpPr>
      <p:sp>
        <p:nvSpPr>
          <p:cNvPr id="73" name="Google Shape;73;g36f67f4b9b1_5_0:notes">
            <a:extLst>
              <a:ext uri="{FF2B5EF4-FFF2-40B4-BE49-F238E27FC236}">
                <a16:creationId xmlns:a16="http://schemas.microsoft.com/office/drawing/2014/main" id="{B55B666A-E39D-7177-F360-CFDA4A061F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f67f4b9b1_5_0:notes">
            <a:extLst>
              <a:ext uri="{FF2B5EF4-FFF2-40B4-BE49-F238E27FC236}">
                <a16:creationId xmlns:a16="http://schemas.microsoft.com/office/drawing/2014/main" id="{DB9EEF6C-E4BC-261A-3F65-5E0A3A11FB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6768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0D488E15-C8F2-80F6-437E-A1DD5B5732EB}"/>
            </a:ext>
          </a:extLst>
        </p:cNvPr>
        <p:cNvGrpSpPr/>
        <p:nvPr/>
      </p:nvGrpSpPr>
      <p:grpSpPr>
        <a:xfrm>
          <a:off x="0" y="0"/>
          <a:ext cx="0" cy="0"/>
          <a:chOff x="0" y="0"/>
          <a:chExt cx="0" cy="0"/>
        </a:xfrm>
      </p:grpSpPr>
      <p:sp>
        <p:nvSpPr>
          <p:cNvPr id="73" name="Google Shape;73;g36f67f4b9b1_5_0:notes">
            <a:extLst>
              <a:ext uri="{FF2B5EF4-FFF2-40B4-BE49-F238E27FC236}">
                <a16:creationId xmlns:a16="http://schemas.microsoft.com/office/drawing/2014/main" id="{54285029-73F9-CFB0-A876-4C9A613F0D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f67f4b9b1_5_0:notes">
            <a:extLst>
              <a:ext uri="{FF2B5EF4-FFF2-40B4-BE49-F238E27FC236}">
                <a16:creationId xmlns:a16="http://schemas.microsoft.com/office/drawing/2014/main" id="{DA680B60-80D3-BEA9-7FC7-61CE3B804A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6604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a:extLst>
            <a:ext uri="{FF2B5EF4-FFF2-40B4-BE49-F238E27FC236}">
              <a16:creationId xmlns:a16="http://schemas.microsoft.com/office/drawing/2014/main" id="{70AAA977-D062-0156-F5AF-20A03F74EAF4}"/>
            </a:ext>
          </a:extLst>
        </p:cNvPr>
        <p:cNvGrpSpPr/>
        <p:nvPr/>
      </p:nvGrpSpPr>
      <p:grpSpPr>
        <a:xfrm>
          <a:off x="0" y="0"/>
          <a:ext cx="0" cy="0"/>
          <a:chOff x="0" y="0"/>
          <a:chExt cx="0" cy="0"/>
        </a:xfrm>
      </p:grpSpPr>
      <p:sp>
        <p:nvSpPr>
          <p:cNvPr id="73" name="Google Shape;73;g36f67f4b9b1_5_0:notes">
            <a:extLst>
              <a:ext uri="{FF2B5EF4-FFF2-40B4-BE49-F238E27FC236}">
                <a16:creationId xmlns:a16="http://schemas.microsoft.com/office/drawing/2014/main" id="{36C62680-B91D-1D2D-FA07-D86C687D9D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6f67f4b9b1_5_0:notes">
            <a:extLst>
              <a:ext uri="{FF2B5EF4-FFF2-40B4-BE49-F238E27FC236}">
                <a16:creationId xmlns:a16="http://schemas.microsoft.com/office/drawing/2014/main" id="{6E34C822-736E-FA5E-65B4-AB29A8F4E2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832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73ce70d4ea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73ce70d4ea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instagram.com/reel/DW5slHDE8a0/?utm_source=ig_web_copy_link&amp;igsh=NTc4MTIwNjQ2YQ=="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www.instagram.com/reels/audio/26216681394620565/" TargetMode="External"/><Relationship Id="rId4" Type="http://schemas.openxmlformats.org/officeDocument/2006/relationships/hyperlink" Target="https://youtu.be/3PJC6uPIekc?si=3lbJBL8BGBjNE5Zf&amp;t=198"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hyperlink" Target="https://www.instagram.com/reel/DW5slHDE8a0/?utm_source=ig_web_copy_link&amp;igsh=NTc4MTIwNjQ2YQ==" TargetMode="External"/><Relationship Id="rId7" Type="http://schemas.openxmlformats.org/officeDocument/2006/relationships/image" Target="../media/image2.png"/><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jpeg"/><Relationship Id="rId11" Type="http://schemas.openxmlformats.org/officeDocument/2006/relationships/image" Target="../media/image6.png"/><Relationship Id="rId5" Type="http://schemas.openxmlformats.org/officeDocument/2006/relationships/hyperlink" Target="https://www.instagram.com/reels/audio/26216681394620565/" TargetMode="External"/><Relationship Id="rId10" Type="http://schemas.openxmlformats.org/officeDocument/2006/relationships/image" Target="../media/image5.png"/><Relationship Id="rId4" Type="http://schemas.openxmlformats.org/officeDocument/2006/relationships/hyperlink" Target="https://youtu.be/3PJC6uPIekc?si=3lbJBL8BGBjNE5Zf&amp;t=198" TargetMode="External"/><Relationship Id="rId9" Type="http://schemas.openxmlformats.org/officeDocument/2006/relationships/image" Target="../media/image4.png"/><Relationship Id="rId1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microsoft.com/office/2007/relationships/hdphoto" Target="../media/hdphoto1.wdp"/><Relationship Id="rId3" Type="http://schemas.openxmlformats.org/officeDocument/2006/relationships/hyperlink" Target="https://youtu.be/3PJC6uPIekc?si=3lbJBL8BGBjNE5Zf&amp;t=198" TargetMode="External"/><Relationship Id="rId7" Type="http://schemas.openxmlformats.org/officeDocument/2006/relationships/image" Target="../media/image3.png"/><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image" Target="../media/image6.png"/><Relationship Id="rId5" Type="http://schemas.openxmlformats.org/officeDocument/2006/relationships/image" Target="../media/image1.jpeg"/><Relationship Id="rId10"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hdphoto" Target="../media/hdphoto1.wdp"/><Relationship Id="rId3" Type="http://schemas.openxmlformats.org/officeDocument/2006/relationships/hyperlink" Target="https://youtu.be/3PJC6uPIekc?si=3lbJBL8BGBjNE5Zf&amp;t=198" TargetMode="External"/><Relationship Id="rId7" Type="http://schemas.openxmlformats.org/officeDocument/2006/relationships/image" Target="../media/image4.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image" Target="../media/image11.png"/><Relationship Id="rId5" Type="http://schemas.openxmlformats.org/officeDocument/2006/relationships/image" Target="../media/image1.jpeg"/><Relationship Id="rId10" Type="http://schemas.openxmlformats.org/officeDocument/2006/relationships/image" Target="../media/image5.png"/><Relationship Id="rId4" Type="http://schemas.openxmlformats.org/officeDocument/2006/relationships/image" Target="../media/image13.png"/><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www.instagram.com/reel/DW5slHDE8a0/?utm_source=ig_web_copy_link&amp;igsh=NTc4MTIwNjQ2YQ==" TargetMode="External"/><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jpeg"/><Relationship Id="rId4" Type="http://schemas.openxmlformats.org/officeDocument/2006/relationships/image" Target="../media/image14.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graphicFrame>
        <p:nvGraphicFramePr>
          <p:cNvPr id="54" name="Google Shape;54;p13"/>
          <p:cNvGraphicFramePr/>
          <p:nvPr>
            <p:extLst>
              <p:ext uri="{D42A27DB-BD31-4B8C-83A1-F6EECF244321}">
                <p14:modId xmlns:p14="http://schemas.microsoft.com/office/powerpoint/2010/main" val="1300146630"/>
              </p:ext>
            </p:extLst>
          </p:nvPr>
        </p:nvGraphicFramePr>
        <p:xfrm>
          <a:off x="360000" y="182550"/>
          <a:ext cx="8280050" cy="2895360"/>
        </p:xfrm>
        <a:graphic>
          <a:graphicData uri="http://schemas.openxmlformats.org/drawingml/2006/table">
            <a:tbl>
              <a:tblPr>
                <a:noFill/>
                <a:tableStyleId>{D27BCB22-5DEB-4D4A-AEB1-C0894EA97893}</a:tableStyleId>
              </a:tblPr>
              <a:tblGrid>
                <a:gridCol w="1445575">
                  <a:extLst>
                    <a:ext uri="{9D8B030D-6E8A-4147-A177-3AD203B41FA5}">
                      <a16:colId xmlns:a16="http://schemas.microsoft.com/office/drawing/2014/main" val="20000"/>
                    </a:ext>
                  </a:extLst>
                </a:gridCol>
                <a:gridCol w="6834475">
                  <a:extLst>
                    <a:ext uri="{9D8B030D-6E8A-4147-A177-3AD203B41FA5}">
                      <a16:colId xmlns:a16="http://schemas.microsoft.com/office/drawing/2014/main" val="20001"/>
                    </a:ext>
                  </a:extLst>
                </a:gridCol>
              </a:tblGrid>
              <a:tr h="230600">
                <a:tc>
                  <a:txBody>
                    <a:bodyPr/>
                    <a:lstStyle/>
                    <a:p>
                      <a:pPr marL="0" lvl="0" indent="0" algn="l" rtl="0">
                        <a:spcBef>
                          <a:spcPts val="0"/>
                        </a:spcBef>
                        <a:spcAft>
                          <a:spcPts val="0"/>
                        </a:spcAft>
                        <a:buNone/>
                      </a:pPr>
                      <a:r>
                        <a:rPr lang="zh-TW" sz="1100" b="1" dirty="0">
                          <a:solidFill>
                            <a:srgbClr val="434343"/>
                          </a:solidFill>
                          <a:latin typeface="Microsoft JhengHei"/>
                          <a:ea typeface="Microsoft JhengHei"/>
                          <a:cs typeface="Microsoft JhengHei"/>
                          <a:sym typeface="Microsoft JhengHei"/>
                        </a:rPr>
                        <a:t>素材名稱</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zh-TW" altLang="en-US" sz="1100" b="1" dirty="0">
                          <a:solidFill>
                            <a:srgbClr val="434343"/>
                          </a:solidFill>
                          <a:latin typeface="Microsoft JhengHei"/>
                          <a:ea typeface="Microsoft JhengHei"/>
                          <a:cs typeface="Microsoft JhengHei"/>
                          <a:sym typeface="Microsoft JhengHei"/>
                        </a:rPr>
                        <a:t>貓咪造咖</a:t>
                      </a:r>
                      <a:r>
                        <a:rPr lang="zh-TW" sz="1100" b="1" dirty="0">
                          <a:solidFill>
                            <a:srgbClr val="434343"/>
                          </a:solidFill>
                          <a:latin typeface="Microsoft JhengHei"/>
                          <a:ea typeface="Microsoft JhengHei"/>
                          <a:cs typeface="Microsoft JhengHei"/>
                          <a:sym typeface="Microsoft JhengHei"/>
                        </a:rPr>
                        <a:t>：</a:t>
                      </a:r>
                      <a:r>
                        <a:rPr lang="en-US" altLang="zh-TW" sz="1100" b="1" dirty="0">
                          <a:solidFill>
                            <a:srgbClr val="434343"/>
                          </a:solidFill>
                          <a:latin typeface="Microsoft JhengHei"/>
                          <a:ea typeface="Microsoft JhengHei"/>
                          <a:cs typeface="Microsoft JhengHei"/>
                          <a:sym typeface="Microsoft JhengHei"/>
                        </a:rPr>
                        <a:t>260609_</a:t>
                      </a:r>
                      <a:r>
                        <a:rPr lang="zh-TW" altLang="en-US" sz="1100" b="1" dirty="0">
                          <a:solidFill>
                            <a:srgbClr val="434343"/>
                          </a:solidFill>
                          <a:latin typeface="Microsoft JhengHei"/>
                          <a:ea typeface="Microsoft JhengHei"/>
                          <a:cs typeface="Microsoft JhengHei"/>
                          <a:sym typeface="Microsoft JhengHei"/>
                        </a:rPr>
                        <a:t>貓咪造咖</a:t>
                      </a:r>
                      <a:r>
                        <a:rPr lang="en-US" altLang="zh-TW" sz="1100" b="1" dirty="0">
                          <a:solidFill>
                            <a:srgbClr val="434343"/>
                          </a:solidFill>
                          <a:latin typeface="Microsoft JhengHei"/>
                          <a:ea typeface="Microsoft JhengHei"/>
                          <a:cs typeface="Microsoft JhengHei"/>
                          <a:sym typeface="Microsoft JhengHei"/>
                        </a:rPr>
                        <a:t>_</a:t>
                      </a:r>
                      <a:r>
                        <a:rPr lang="zh-TW" altLang="en-US" sz="1100" b="1" dirty="0">
                          <a:solidFill>
                            <a:srgbClr val="434343"/>
                          </a:solidFill>
                          <a:latin typeface="Microsoft JhengHei"/>
                          <a:ea typeface="Microsoft JhengHei"/>
                          <a:cs typeface="Microsoft JhengHei"/>
                          <a:sym typeface="Microsoft JhengHei"/>
                        </a:rPr>
                        <a:t>社群</a:t>
                      </a:r>
                      <a:r>
                        <a:rPr lang="en-US" altLang="zh-TW" sz="1100" b="1" dirty="0">
                          <a:solidFill>
                            <a:srgbClr val="434343"/>
                          </a:solidFill>
                          <a:latin typeface="Microsoft JhengHei"/>
                          <a:ea typeface="Microsoft JhengHei"/>
                          <a:cs typeface="Microsoft JhengHei"/>
                          <a:sym typeface="Microsoft JhengHei"/>
                        </a:rPr>
                        <a:t>_Video_</a:t>
                      </a:r>
                      <a:r>
                        <a:rPr lang="zh-TW" altLang="en-US" sz="1100" b="1" dirty="0">
                          <a:solidFill>
                            <a:srgbClr val="434343"/>
                          </a:solidFill>
                          <a:latin typeface="Microsoft JhengHei"/>
                          <a:ea typeface="Microsoft JhengHei"/>
                          <a:cs typeface="Microsoft JhengHei"/>
                          <a:sym typeface="Microsoft JhengHei"/>
                        </a:rPr>
                        <a:t>出國篇</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40625">
                <a:tc>
                  <a:txBody>
                    <a:bodyPr/>
                    <a:lstStyle/>
                    <a:p>
                      <a:pPr marL="0" lvl="0" indent="0" algn="l" rtl="0">
                        <a:spcBef>
                          <a:spcPts val="0"/>
                        </a:spcBef>
                        <a:spcAft>
                          <a:spcPts val="0"/>
                        </a:spcAft>
                        <a:buNone/>
                      </a:pPr>
                      <a:r>
                        <a:rPr lang="zh-TW" sz="1100" b="1" dirty="0">
                          <a:solidFill>
                            <a:srgbClr val="434343"/>
                          </a:solidFill>
                          <a:latin typeface="Microsoft JhengHei"/>
                          <a:ea typeface="Microsoft JhengHei"/>
                          <a:cs typeface="Microsoft JhengHei"/>
                          <a:sym typeface="Microsoft JhengHei"/>
                        </a:rPr>
                        <a:t>檔案格式</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zh-TW" sz="1200" b="1" dirty="0">
                          <a:solidFill>
                            <a:srgbClr val="CC0000"/>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影片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Gif廣宣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靜態廣宣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商店頁圖片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H5廣宣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互動廣宣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其他：</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40625">
                <a:tc>
                  <a:txBody>
                    <a:bodyPr/>
                    <a:lstStyle/>
                    <a:p>
                      <a:pPr marL="0" lvl="0" indent="0" algn="l" rtl="0">
                        <a:spcBef>
                          <a:spcPts val="0"/>
                        </a:spcBef>
                        <a:spcAft>
                          <a:spcPts val="0"/>
                        </a:spcAft>
                        <a:buNone/>
                      </a:pPr>
                      <a:r>
                        <a:rPr lang="zh-TW" sz="1100" b="1" dirty="0">
                          <a:solidFill>
                            <a:srgbClr val="434343"/>
                          </a:solidFill>
                          <a:latin typeface="Microsoft JhengHei"/>
                          <a:ea typeface="Microsoft JhengHei"/>
                          <a:cs typeface="Microsoft JhengHei"/>
                          <a:sym typeface="Microsoft JhengHei"/>
                        </a:rPr>
                        <a:t>媒體</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zh-TW" alt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FB　　</a:t>
                      </a:r>
                      <a:r>
                        <a:rPr lang="zh-TW" alt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Google　　</a:t>
                      </a:r>
                      <a:r>
                        <a:rPr lang="zh-TW" alt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Tiktok　　</a:t>
                      </a:r>
                      <a:r>
                        <a:rPr lang="zh-TW" altLang="zh-TW" sz="1200" b="1" dirty="0">
                          <a:solidFill>
                            <a:srgbClr val="CC0000"/>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其他：</a:t>
                      </a:r>
                      <a:r>
                        <a:rPr lang="en-US" altLang="zh-TW" sz="1000" dirty="0">
                          <a:solidFill>
                            <a:srgbClr val="434343"/>
                          </a:solidFill>
                          <a:latin typeface="Microsoft JhengHei"/>
                          <a:ea typeface="Microsoft JhengHei"/>
                          <a:cs typeface="Microsoft JhengHei"/>
                          <a:sym typeface="Microsoft JhengHei"/>
                        </a:rPr>
                        <a:t>IG</a:t>
                      </a:r>
                      <a:r>
                        <a:rPr lang="zh-TW" altLang="en-US" sz="1000" dirty="0">
                          <a:solidFill>
                            <a:srgbClr val="434343"/>
                          </a:solidFill>
                          <a:latin typeface="Microsoft JhengHei"/>
                          <a:ea typeface="Microsoft JhengHei"/>
                          <a:cs typeface="Microsoft JhengHei"/>
                          <a:sym typeface="Microsoft JhengHei"/>
                        </a:rPr>
                        <a:t>、</a:t>
                      </a:r>
                      <a:r>
                        <a:rPr lang="en-US" altLang="zh-TW" sz="1000" dirty="0">
                          <a:solidFill>
                            <a:srgbClr val="434343"/>
                          </a:solidFill>
                          <a:latin typeface="Microsoft JhengHei"/>
                          <a:ea typeface="Microsoft JhengHei"/>
                          <a:cs typeface="Microsoft JhengHei"/>
                          <a:sym typeface="Microsoft JhengHei"/>
                        </a:rPr>
                        <a:t>FB</a:t>
                      </a:r>
                      <a:r>
                        <a:rPr lang="zh-TW" altLang="en-US" sz="1000" dirty="0">
                          <a:solidFill>
                            <a:srgbClr val="434343"/>
                          </a:solidFill>
                          <a:latin typeface="Microsoft JhengHei"/>
                          <a:ea typeface="Microsoft JhengHei"/>
                          <a:cs typeface="Microsoft JhengHei"/>
                          <a:sym typeface="Microsoft JhengHei"/>
                        </a:rPr>
                        <a:t>、</a:t>
                      </a:r>
                      <a:r>
                        <a:rPr lang="en-US" altLang="zh-TW" sz="1000" dirty="0">
                          <a:solidFill>
                            <a:srgbClr val="434343"/>
                          </a:solidFill>
                          <a:latin typeface="Microsoft JhengHei"/>
                          <a:ea typeface="Microsoft JhengHei"/>
                          <a:cs typeface="Microsoft JhengHei"/>
                          <a:sym typeface="Microsoft JhengHei"/>
                        </a:rPr>
                        <a:t>Threads</a:t>
                      </a:r>
                      <a:endParaRPr sz="1200" b="1" dirty="0">
                        <a:solidFill>
                          <a:srgbClr val="CC0000"/>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30600">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總支數</a:t>
                      </a:r>
                      <a:r>
                        <a:rPr lang="zh-TW" sz="700" b="1">
                          <a:solidFill>
                            <a:srgbClr val="434343"/>
                          </a:solidFill>
                          <a:latin typeface="Microsoft JhengHei"/>
                          <a:ea typeface="Microsoft JhengHei"/>
                          <a:cs typeface="Microsoft JhengHei"/>
                          <a:sym typeface="Microsoft JhengHei"/>
                        </a:rPr>
                        <a:t> (特殊規格說明)</a:t>
                      </a:r>
                      <a:endParaRPr sz="7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US" altLang="zh-TW" sz="1000" b="1" dirty="0">
                          <a:solidFill>
                            <a:srgbClr val="434343"/>
                          </a:solidFill>
                          <a:latin typeface="Microsoft JhengHei"/>
                          <a:ea typeface="Microsoft JhengHei"/>
                          <a:cs typeface="Microsoft JhengHei"/>
                          <a:sym typeface="Microsoft JhengHei"/>
                        </a:rPr>
                        <a:t>2</a:t>
                      </a:r>
                      <a:endParaRPr sz="1000" b="1" dirty="0">
                        <a:solidFill>
                          <a:srgbClr val="B7B7B7"/>
                        </a:solidFill>
                        <a:latin typeface="Microsoft JhengHei"/>
                        <a:ea typeface="Microsoft JhengHei"/>
                        <a:cs typeface="Microsoft JhengHei"/>
                        <a:sym typeface="Microsoft JhengHei"/>
                      </a:endParaRPr>
                    </a:p>
                  </a:txBody>
                  <a:tcPr marL="90000"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4062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最大秒數</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Clr>
                          <a:schemeClr val="dk1"/>
                        </a:buClr>
                        <a:buSzPts val="1100"/>
                        <a:buFont typeface="Arial"/>
                        <a:buNone/>
                      </a:pP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6s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15s　　</a:t>
                      </a:r>
                      <a:r>
                        <a:rPr lang="zh-TW" alt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30s　　</a:t>
                      </a:r>
                      <a:r>
                        <a:rPr lang="zh-TW" altLang="zh-TW" sz="1000" b="1" dirty="0">
                          <a:solidFill>
                            <a:srgbClr val="CC0000"/>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其他：</a:t>
                      </a:r>
                      <a:r>
                        <a:rPr lang="en-US" altLang="zh-TW" sz="1000" dirty="0">
                          <a:solidFill>
                            <a:srgbClr val="434343"/>
                          </a:solidFill>
                          <a:latin typeface="Microsoft JhengHei"/>
                          <a:ea typeface="Microsoft JhengHei"/>
                          <a:cs typeface="Microsoft JhengHei"/>
                          <a:sym typeface="Microsoft JhengHei"/>
                        </a:rPr>
                        <a:t>12</a:t>
                      </a:r>
                      <a:r>
                        <a:rPr lang="zh-TW" altLang="en-US" sz="1000" dirty="0">
                          <a:solidFill>
                            <a:srgbClr val="434343"/>
                          </a:solidFill>
                          <a:latin typeface="Microsoft JhengHei"/>
                          <a:ea typeface="Microsoft JhengHei"/>
                          <a:cs typeface="Microsoft JhengHei"/>
                          <a:sym typeface="Microsoft JhengHei"/>
                        </a:rPr>
                        <a:t>秒左右</a:t>
                      </a:r>
                      <a:endParaRPr sz="10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24062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素材類型</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zh-TW" sz="1200" b="1" dirty="0">
                          <a:solidFill>
                            <a:srgbClr val="CC0000"/>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全新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部分沿用舊素材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舊素材微調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relanguage　　</a:t>
                      </a:r>
                      <a:r>
                        <a:rPr lang="zh-TW" sz="1200" dirty="0">
                          <a:solidFill>
                            <a:srgbClr val="434343"/>
                          </a:solidFill>
                          <a:latin typeface="Microsoft JhengHei"/>
                          <a:ea typeface="Microsoft JhengHei"/>
                          <a:cs typeface="Microsoft JhengHei"/>
                          <a:sym typeface="Microsoft JhengHei"/>
                        </a:rPr>
                        <a:t>☐</a:t>
                      </a:r>
                      <a:r>
                        <a:rPr lang="zh-TW" sz="1000" dirty="0">
                          <a:solidFill>
                            <a:srgbClr val="434343"/>
                          </a:solidFill>
                          <a:latin typeface="Microsoft JhengHei"/>
                          <a:ea typeface="Microsoft JhengHei"/>
                          <a:cs typeface="Microsoft JhengHei"/>
                          <a:sym typeface="Microsoft JhengHei"/>
                        </a:rPr>
                        <a:t>resize</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4062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影像特殊需求</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US" altLang="zh-TW" sz="1200" b="1" dirty="0">
                          <a:solidFill>
                            <a:schemeClr val="tx1"/>
                          </a:solidFill>
                          <a:latin typeface="Microsoft JhengHei"/>
                          <a:ea typeface="Microsoft JhengHei"/>
                          <a:cs typeface="Microsoft JhengHei"/>
                          <a:sym typeface="Microsoft JhengHei"/>
                        </a:rPr>
                        <a:t>X</a:t>
                      </a:r>
                      <a:endParaRPr sz="1000" dirty="0">
                        <a:solidFill>
                          <a:schemeClr val="tx1"/>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r h="24062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音效特殊需求</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FEFEF"/>
                    </a:solidFill>
                  </a:tcPr>
                </a:tc>
                <a:tc>
                  <a:txBody>
                    <a:bodyPr/>
                    <a:lstStyle/>
                    <a:p>
                      <a:pPr marL="0" lvl="0" indent="0" algn="l" rtl="0">
                        <a:spcBef>
                          <a:spcPts val="0"/>
                        </a:spcBef>
                        <a:spcAft>
                          <a:spcPts val="0"/>
                        </a:spcAft>
                        <a:buNone/>
                      </a:pPr>
                      <a:r>
                        <a:rPr lang="en-US" altLang="zh-TW" sz="1200" b="1" dirty="0">
                          <a:solidFill>
                            <a:schemeClr val="tx1"/>
                          </a:solidFill>
                          <a:latin typeface="Microsoft JhengHei"/>
                          <a:ea typeface="Microsoft JhengHei"/>
                          <a:cs typeface="Microsoft JhengHei"/>
                          <a:sym typeface="Microsoft JhengHei"/>
                        </a:rPr>
                        <a:t>X</a:t>
                      </a:r>
                      <a:endParaRPr sz="1000" dirty="0">
                        <a:solidFill>
                          <a:schemeClr val="tx1"/>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aphicFrame>
        <p:nvGraphicFramePr>
          <p:cNvPr id="55" name="Google Shape;55;p13"/>
          <p:cNvGraphicFramePr/>
          <p:nvPr/>
        </p:nvGraphicFramePr>
        <p:xfrm>
          <a:off x="-405700" y="182550"/>
          <a:ext cx="765700" cy="365730"/>
        </p:xfrm>
        <a:graphic>
          <a:graphicData uri="http://schemas.openxmlformats.org/drawingml/2006/table">
            <a:tbl>
              <a:tblPr>
                <a:noFill/>
                <a:tableStyleId>{D27BCB22-5DEB-4D4A-AEB1-C0894EA97893}</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Clr>
                          <a:schemeClr val="dk1"/>
                        </a:buClr>
                        <a:buSzPts val="1100"/>
                        <a:buFont typeface="Arial"/>
                        <a:buNone/>
                      </a:pPr>
                      <a:r>
                        <a:rPr lang="zh-TW" sz="1200" b="1">
                          <a:solidFill>
                            <a:srgbClr val="CC0000"/>
                          </a:solidFill>
                          <a:latin typeface="Microsoft JhengHei"/>
                          <a:ea typeface="Microsoft JhengHei"/>
                          <a:cs typeface="Microsoft JhengHei"/>
                          <a:sym typeface="Microsoft JhengHei"/>
                        </a:rPr>
                        <a:t>☑</a:t>
                      </a:r>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200">
                          <a:solidFill>
                            <a:srgbClr val="434343"/>
                          </a:solidFill>
                          <a:latin typeface="Microsoft JhengHei"/>
                          <a:ea typeface="Microsoft JhengHei"/>
                          <a:cs typeface="Microsoft JhengHei"/>
                          <a:sym typeface="Microsoft JhengHei"/>
                        </a:rPr>
                        <a:t>☐</a:t>
                      </a:r>
                      <a:endParaRPr/>
                    </a:p>
                  </a:txBody>
                  <a:tcPr marL="91425" marR="91425" marT="91425" marB="91425">
                    <a:lnL w="9525" cap="flat" cmpd="sng">
                      <a:solidFill>
                        <a:srgbClr val="E0E0E0"/>
                      </a:solidFill>
                      <a:prstDash val="solid"/>
                      <a:round/>
                      <a:headEnd type="none" w="sm" len="sm"/>
                      <a:tailEnd type="none" w="sm" len="sm"/>
                    </a:lnL>
                    <a:lnR w="9525" cap="flat" cmpd="sng">
                      <a:solidFill>
                        <a:srgbClr val="E0E0E0"/>
                      </a:solidFill>
                      <a:prstDash val="solid"/>
                      <a:round/>
                      <a:headEnd type="none" w="sm" len="sm"/>
                      <a:tailEnd type="none" w="sm" len="sm"/>
                    </a:lnR>
                    <a:lnT w="9525" cap="flat" cmpd="sng">
                      <a:solidFill>
                        <a:srgbClr val="E0E0E0"/>
                      </a:solidFill>
                      <a:prstDash val="solid"/>
                      <a:round/>
                      <a:headEnd type="none" w="sm" len="sm"/>
                      <a:tailEnd type="none" w="sm" len="sm"/>
                    </a:lnT>
                    <a:lnB w="9525" cap="flat" cmpd="sng">
                      <a:solidFill>
                        <a:srgbClr val="E0E0E0"/>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6" name="Google Shape;56;p13"/>
          <p:cNvGraphicFramePr/>
          <p:nvPr>
            <p:extLst>
              <p:ext uri="{D42A27DB-BD31-4B8C-83A1-F6EECF244321}">
                <p14:modId xmlns:p14="http://schemas.microsoft.com/office/powerpoint/2010/main" val="1423703045"/>
              </p:ext>
            </p:extLst>
          </p:nvPr>
        </p:nvGraphicFramePr>
        <p:xfrm>
          <a:off x="360000" y="3166855"/>
          <a:ext cx="8280075" cy="1889610"/>
        </p:xfrm>
        <a:graphic>
          <a:graphicData uri="http://schemas.openxmlformats.org/drawingml/2006/table">
            <a:tbl>
              <a:tblPr>
                <a:noFill/>
                <a:tableStyleId>{D27BCB22-5DEB-4D4A-AEB1-C0894EA97893}</a:tableStyleId>
              </a:tblPr>
              <a:tblGrid>
                <a:gridCol w="1445575">
                  <a:extLst>
                    <a:ext uri="{9D8B030D-6E8A-4147-A177-3AD203B41FA5}">
                      <a16:colId xmlns:a16="http://schemas.microsoft.com/office/drawing/2014/main" val="20000"/>
                    </a:ext>
                  </a:extLst>
                </a:gridCol>
                <a:gridCol w="6834500">
                  <a:extLst>
                    <a:ext uri="{9D8B030D-6E8A-4147-A177-3AD203B41FA5}">
                      <a16:colId xmlns:a16="http://schemas.microsoft.com/office/drawing/2014/main" val="20001"/>
                    </a:ext>
                  </a:extLst>
                </a:gridCol>
              </a:tblGrid>
              <a:tr h="239675">
                <a:tc>
                  <a:txBody>
                    <a:bodyPr/>
                    <a:lstStyle/>
                    <a:p>
                      <a:pPr marL="0" lvl="0" indent="0" algn="l" rtl="0">
                        <a:spcBef>
                          <a:spcPts val="0"/>
                        </a:spcBef>
                        <a:spcAft>
                          <a:spcPts val="0"/>
                        </a:spcAft>
                        <a:buNone/>
                      </a:pPr>
                      <a:r>
                        <a:rPr lang="zh-TW" sz="1100" b="1" dirty="0">
                          <a:solidFill>
                            <a:srgbClr val="434343"/>
                          </a:solidFill>
                          <a:latin typeface="Microsoft JhengHei"/>
                          <a:ea typeface="Microsoft JhengHei"/>
                          <a:cs typeface="Microsoft JhengHei"/>
                          <a:sym typeface="Microsoft JhengHei"/>
                        </a:rPr>
                        <a:t>畫面風格</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zh-TW" altLang="en-US" sz="1000" dirty="0">
                          <a:solidFill>
                            <a:srgbClr val="434343"/>
                          </a:solidFill>
                          <a:latin typeface="Microsoft JhengHei"/>
                          <a:ea typeface="Microsoft JhengHei"/>
                          <a:cs typeface="Microsoft JhengHei"/>
                          <a:sym typeface="Microsoft JhengHei"/>
                        </a:rPr>
                        <a:t>不飽和色系、偏寫實</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3967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配樂風格</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en-US" altLang="zh-TW" sz="1000" dirty="0">
                          <a:solidFill>
                            <a:srgbClr val="434343"/>
                          </a:solidFill>
                          <a:latin typeface="Microsoft JhengHei"/>
                          <a:ea typeface="Microsoft JhengHei"/>
                          <a:cs typeface="Microsoft JhengHei"/>
                          <a:sym typeface="Microsoft JhengHei"/>
                        </a:rPr>
                        <a:t>1.</a:t>
                      </a:r>
                      <a:r>
                        <a:rPr lang="zh-TW" altLang="en-US" sz="1000" dirty="0">
                          <a:solidFill>
                            <a:srgbClr val="434343"/>
                          </a:solidFill>
                          <a:latin typeface="Microsoft JhengHei"/>
                          <a:ea typeface="Microsoft JhengHei"/>
                          <a:cs typeface="Microsoft JhengHei"/>
                          <a:sym typeface="Microsoft JhengHei"/>
                        </a:rPr>
                        <a:t> 參考</a:t>
                      </a:r>
                      <a:r>
                        <a:rPr lang="en-US" altLang="zh-TW" sz="1000" dirty="0">
                          <a:solidFill>
                            <a:srgbClr val="434343"/>
                          </a:solidFill>
                          <a:latin typeface="Microsoft JhengHei"/>
                          <a:ea typeface="Microsoft JhengHei"/>
                          <a:cs typeface="Microsoft JhengHei"/>
                          <a:sym typeface="Microsoft JhengHei"/>
                          <a:hlinkClick r:id="rId3"/>
                        </a:rPr>
                        <a:t>Link</a:t>
                      </a:r>
                      <a:r>
                        <a:rPr lang="en-US" altLang="zh-TW" sz="1000" dirty="0">
                          <a:solidFill>
                            <a:srgbClr val="434343"/>
                          </a:solidFill>
                          <a:latin typeface="Microsoft JhengHei"/>
                          <a:ea typeface="Microsoft JhengHei"/>
                          <a:cs typeface="Microsoft JhengHei"/>
                          <a:sym typeface="Microsoft JhengHei"/>
                        </a:rPr>
                        <a:t>  (</a:t>
                      </a:r>
                      <a:r>
                        <a:rPr lang="zh-TW" altLang="en-US" sz="1000" dirty="0">
                          <a:solidFill>
                            <a:srgbClr val="434343"/>
                          </a:solidFill>
                          <a:latin typeface="Microsoft JhengHei"/>
                          <a:ea typeface="Microsoft JhengHei"/>
                          <a:cs typeface="Microsoft JhengHei"/>
                          <a:sym typeface="Microsoft JhengHei"/>
                        </a:rPr>
                        <a:t>前半段是</a:t>
                      </a:r>
                      <a:r>
                        <a:rPr lang="en-US" altLang="zh-TW" sz="1000" dirty="0">
                          <a:solidFill>
                            <a:srgbClr val="434343"/>
                          </a:solidFill>
                          <a:latin typeface="Microsoft JhengHei"/>
                          <a:ea typeface="Microsoft JhengHei"/>
                          <a:cs typeface="Microsoft JhengHei"/>
                          <a:sym typeface="Microsoft JhengHei"/>
                          <a:hlinkClick r:id="rId4"/>
                        </a:rPr>
                        <a:t>Taylor Swift – </a:t>
                      </a:r>
                      <a:r>
                        <a:rPr lang="en-US" altLang="zh-TW" sz="1000" dirty="0" err="1">
                          <a:solidFill>
                            <a:srgbClr val="434343"/>
                          </a:solidFill>
                          <a:latin typeface="Microsoft JhengHei"/>
                          <a:ea typeface="Microsoft JhengHei"/>
                          <a:cs typeface="Microsoft JhengHei"/>
                          <a:sym typeface="Microsoft JhengHei"/>
                          <a:hlinkClick r:id="rId4"/>
                        </a:rPr>
                        <a:t>Opalite</a:t>
                      </a:r>
                      <a:r>
                        <a:rPr lang="en-US" altLang="zh-TW" sz="1000" dirty="0">
                          <a:solidFill>
                            <a:srgbClr val="434343"/>
                          </a:solidFill>
                          <a:latin typeface="Microsoft JhengHei"/>
                          <a:ea typeface="Microsoft JhengHei"/>
                          <a:cs typeface="Microsoft JhengHei"/>
                          <a:sym typeface="Microsoft JhengHei"/>
                        </a:rPr>
                        <a:t> 3:18</a:t>
                      </a:r>
                      <a:r>
                        <a:rPr lang="zh-TW" altLang="en-US" sz="1000" dirty="0">
                          <a:solidFill>
                            <a:srgbClr val="434343"/>
                          </a:solidFill>
                          <a:latin typeface="Microsoft JhengHei"/>
                          <a:ea typeface="Microsoft JhengHei"/>
                          <a:cs typeface="Microsoft JhengHei"/>
                          <a:sym typeface="Microsoft JhengHei"/>
                        </a:rPr>
                        <a:t>開始；後半段是偏緊張刺激</a:t>
                      </a:r>
                      <a:r>
                        <a:rPr lang="en-US" altLang="zh-TW" sz="1000" dirty="0">
                          <a:solidFill>
                            <a:srgbClr val="434343"/>
                          </a:solidFill>
                          <a:latin typeface="Microsoft JhengHei"/>
                          <a:ea typeface="Microsoft JhengHei"/>
                          <a:cs typeface="Microsoft JhengHei"/>
                          <a:sym typeface="Microsoft JhengHei"/>
                        </a:rPr>
                        <a:t>)</a:t>
                      </a:r>
                      <a:br>
                        <a:rPr lang="en-US" altLang="zh-TW" sz="1000" dirty="0">
                          <a:solidFill>
                            <a:srgbClr val="434343"/>
                          </a:solidFill>
                          <a:latin typeface="Microsoft JhengHei"/>
                          <a:ea typeface="Microsoft JhengHei"/>
                          <a:cs typeface="Microsoft JhengHei"/>
                          <a:sym typeface="Microsoft JhengHei"/>
                        </a:rPr>
                      </a:br>
                      <a:r>
                        <a:rPr lang="en-US" altLang="zh-TW" sz="1000" dirty="0">
                          <a:solidFill>
                            <a:srgbClr val="434343"/>
                          </a:solidFill>
                          <a:latin typeface="Microsoft JhengHei"/>
                          <a:ea typeface="Microsoft JhengHei"/>
                          <a:cs typeface="Microsoft JhengHei"/>
                          <a:sym typeface="Microsoft JhengHei"/>
                        </a:rPr>
                        <a:t>2.</a:t>
                      </a:r>
                      <a:r>
                        <a:rPr lang="zh-TW" altLang="en-US" sz="1000" dirty="0">
                          <a:solidFill>
                            <a:srgbClr val="434343"/>
                          </a:solidFill>
                          <a:latin typeface="Microsoft JhengHei"/>
                          <a:ea typeface="Microsoft JhengHei"/>
                          <a:cs typeface="Microsoft JhengHei"/>
                          <a:sym typeface="Microsoft JhengHei"/>
                        </a:rPr>
                        <a:t> 或是直接對照</a:t>
                      </a:r>
                      <a:r>
                        <a:rPr lang="zh-TW" altLang="zh-TW" sz="1000" dirty="0"/>
                        <a:t>這個</a:t>
                      </a:r>
                      <a:r>
                        <a:rPr lang="zh-TW" altLang="en-US" sz="1000" dirty="0">
                          <a:hlinkClick r:id="rId5"/>
                        </a:rPr>
                        <a:t>音訊</a:t>
                      </a:r>
                      <a:r>
                        <a:rPr lang="zh-TW" altLang="zh-TW" sz="1000" dirty="0"/>
                        <a:t>製作畫面</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3967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廣告TA</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zh-TW" altLang="en-US" sz="1000" dirty="0">
                          <a:solidFill>
                            <a:srgbClr val="434343"/>
                          </a:solidFill>
                          <a:latin typeface="Microsoft JhengHei"/>
                          <a:ea typeface="Microsoft JhengHei"/>
                          <a:cs typeface="Microsoft JhengHei"/>
                          <a:sym typeface="Microsoft JhengHei"/>
                        </a:rPr>
                        <a:t>出國玩的用戶、喜歡貓咪的用戶</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39675">
                <a:tc>
                  <a:txBody>
                    <a:bodyPr/>
                    <a:lstStyle/>
                    <a:p>
                      <a:pPr marL="0" lvl="0" indent="0" algn="l" rtl="0">
                        <a:spcBef>
                          <a:spcPts val="0"/>
                        </a:spcBef>
                        <a:spcAft>
                          <a:spcPts val="0"/>
                        </a:spcAft>
                        <a:buNone/>
                      </a:pPr>
                      <a:r>
                        <a:rPr lang="zh-TW" sz="1100" b="1" dirty="0">
                          <a:solidFill>
                            <a:srgbClr val="434343"/>
                          </a:solidFill>
                          <a:latin typeface="Microsoft JhengHei"/>
                          <a:ea typeface="Microsoft JhengHei"/>
                          <a:cs typeface="Microsoft JhengHei"/>
                          <a:sym typeface="Microsoft JhengHei"/>
                        </a:rPr>
                        <a:t>廣告目的</a:t>
                      </a:r>
                      <a:endParaRPr sz="1100" b="1"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zh-TW" altLang="en-US" sz="1000" dirty="0">
                          <a:solidFill>
                            <a:srgbClr val="434343"/>
                          </a:solidFill>
                          <a:latin typeface="Microsoft JhengHei"/>
                          <a:ea typeface="Microsoft JhengHei"/>
                          <a:cs typeface="Microsoft JhengHei"/>
                          <a:sym typeface="Microsoft JhengHei"/>
                        </a:rPr>
                        <a:t>引發用戶出國</a:t>
                      </a:r>
                      <a:r>
                        <a:rPr lang="en-US" altLang="zh-TW" sz="1000" dirty="0">
                          <a:solidFill>
                            <a:srgbClr val="434343"/>
                          </a:solidFill>
                          <a:latin typeface="Microsoft JhengHei"/>
                          <a:ea typeface="Microsoft JhengHei"/>
                          <a:cs typeface="Microsoft JhengHei"/>
                          <a:sym typeface="Microsoft JhengHei"/>
                        </a:rPr>
                        <a:t>(</a:t>
                      </a:r>
                      <a:r>
                        <a:rPr lang="zh-TW" altLang="en-US" sz="1000" dirty="0">
                          <a:solidFill>
                            <a:srgbClr val="434343"/>
                          </a:solidFill>
                          <a:latin typeface="Microsoft JhengHei"/>
                          <a:ea typeface="Microsoft JhengHei"/>
                          <a:cs typeface="Microsoft JhengHei"/>
                          <a:sym typeface="Microsoft JhengHei"/>
                        </a:rPr>
                        <a:t>跟旅伴</a:t>
                      </a:r>
                      <a:r>
                        <a:rPr lang="en-US" altLang="zh-TW" sz="1000" dirty="0">
                          <a:solidFill>
                            <a:srgbClr val="434343"/>
                          </a:solidFill>
                          <a:latin typeface="Microsoft JhengHei"/>
                          <a:ea typeface="Microsoft JhengHei"/>
                          <a:cs typeface="Microsoft JhengHei"/>
                          <a:sym typeface="Microsoft JhengHei"/>
                        </a:rPr>
                        <a:t>)</a:t>
                      </a:r>
                      <a:r>
                        <a:rPr lang="zh-TW" altLang="en-US" sz="1000" dirty="0">
                          <a:solidFill>
                            <a:srgbClr val="434343"/>
                          </a:solidFill>
                          <a:latin typeface="Microsoft JhengHei"/>
                          <a:ea typeface="Microsoft JhengHei"/>
                          <a:cs typeface="Microsoft JhengHei"/>
                          <a:sym typeface="Microsoft JhengHei"/>
                        </a:rPr>
                        <a:t>的共鳴</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39675">
                <a:tc>
                  <a:txBody>
                    <a:bodyPr/>
                    <a:lstStyle/>
                    <a:p>
                      <a:pPr marL="0" lvl="0" indent="0" algn="l" rtl="0">
                        <a:spcBef>
                          <a:spcPts val="0"/>
                        </a:spcBef>
                        <a:spcAft>
                          <a:spcPts val="0"/>
                        </a:spcAft>
                        <a:buNone/>
                      </a:pPr>
                      <a:r>
                        <a:rPr lang="zh-TW" sz="1100" b="1">
                          <a:solidFill>
                            <a:srgbClr val="434343"/>
                          </a:solidFill>
                          <a:latin typeface="Microsoft JhengHei"/>
                          <a:ea typeface="Microsoft JhengHei"/>
                          <a:cs typeface="Microsoft JhengHei"/>
                          <a:sym typeface="Microsoft JhengHei"/>
                        </a:rPr>
                        <a:t>廣告鉤子</a:t>
                      </a:r>
                      <a:endParaRPr sz="1100" b="1">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tc>
                  <a:txBody>
                    <a:bodyPr/>
                    <a:lstStyle/>
                    <a:p>
                      <a:pPr marL="0" lvl="0" indent="0" algn="l" rtl="0">
                        <a:spcBef>
                          <a:spcPts val="0"/>
                        </a:spcBef>
                        <a:spcAft>
                          <a:spcPts val="0"/>
                        </a:spcAft>
                        <a:buNone/>
                      </a:pPr>
                      <a:r>
                        <a:rPr lang="zh-TW" altLang="en-US" sz="1000" dirty="0">
                          <a:solidFill>
                            <a:srgbClr val="434343"/>
                          </a:solidFill>
                          <a:latin typeface="Microsoft JhengHei"/>
                          <a:ea typeface="Microsoft JhengHei"/>
                          <a:cs typeface="Microsoft JhengHei"/>
                          <a:sym typeface="Microsoft JhengHei"/>
                        </a:rPr>
                        <a:t>出國</a:t>
                      </a:r>
                      <a:endParaRPr sz="10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aphicFrame>
        <p:nvGraphicFramePr>
          <p:cNvPr id="61" name="Google Shape;61;p14"/>
          <p:cNvGraphicFramePr/>
          <p:nvPr>
            <p:extLst>
              <p:ext uri="{D42A27DB-BD31-4B8C-83A1-F6EECF244321}">
                <p14:modId xmlns:p14="http://schemas.microsoft.com/office/powerpoint/2010/main" val="1333483127"/>
              </p:ext>
            </p:extLst>
          </p:nvPr>
        </p:nvGraphicFramePr>
        <p:xfrm>
          <a:off x="0" y="0"/>
          <a:ext cx="9143975" cy="5215375"/>
        </p:xfrm>
        <a:graphic>
          <a:graphicData uri="http://schemas.openxmlformats.org/drawingml/2006/table">
            <a:tbl>
              <a:tblPr>
                <a:noFill/>
                <a:tableStyleId>{00827450-85E5-4037-9B08-230FE2B864AC}</a:tableStyleId>
              </a:tblPr>
              <a:tblGrid>
                <a:gridCol w="1326875">
                  <a:extLst>
                    <a:ext uri="{9D8B030D-6E8A-4147-A177-3AD203B41FA5}">
                      <a16:colId xmlns:a16="http://schemas.microsoft.com/office/drawing/2014/main" val="20000"/>
                    </a:ext>
                  </a:extLst>
                </a:gridCol>
                <a:gridCol w="852625">
                  <a:extLst>
                    <a:ext uri="{9D8B030D-6E8A-4147-A177-3AD203B41FA5}">
                      <a16:colId xmlns:a16="http://schemas.microsoft.com/office/drawing/2014/main" val="20001"/>
                    </a:ext>
                  </a:extLst>
                </a:gridCol>
                <a:gridCol w="829650">
                  <a:extLst>
                    <a:ext uri="{9D8B030D-6E8A-4147-A177-3AD203B41FA5}">
                      <a16:colId xmlns:a16="http://schemas.microsoft.com/office/drawing/2014/main" val="20002"/>
                    </a:ext>
                  </a:extLst>
                </a:gridCol>
                <a:gridCol w="4984923">
                  <a:extLst>
                    <a:ext uri="{9D8B030D-6E8A-4147-A177-3AD203B41FA5}">
                      <a16:colId xmlns:a16="http://schemas.microsoft.com/office/drawing/2014/main" val="20003"/>
                    </a:ext>
                  </a:extLst>
                </a:gridCol>
                <a:gridCol w="1149902">
                  <a:extLst>
                    <a:ext uri="{9D8B030D-6E8A-4147-A177-3AD203B41FA5}">
                      <a16:colId xmlns:a16="http://schemas.microsoft.com/office/drawing/2014/main" val="20004"/>
                    </a:ext>
                  </a:extLst>
                </a:gridCol>
              </a:tblGrid>
              <a:tr h="506850">
                <a:tc gridSpan="5">
                  <a:txBody>
                    <a:bodyPr/>
                    <a:lstStyle/>
                    <a:p>
                      <a:pPr marL="0" lvl="0" indent="0" algn="l" rtl="0">
                        <a:lnSpc>
                          <a:spcPct val="100000"/>
                        </a:lnSpc>
                        <a:spcBef>
                          <a:spcPts val="0"/>
                        </a:spcBef>
                        <a:spcAft>
                          <a:spcPts val="0"/>
                        </a:spcAft>
                        <a:buNone/>
                      </a:pPr>
                      <a:r>
                        <a:rPr lang="zh-TW" sz="1800" b="1">
                          <a:solidFill>
                            <a:schemeClr val="lt1"/>
                          </a:solidFill>
                          <a:latin typeface="Microsoft JhengHei"/>
                          <a:ea typeface="Microsoft JhengHei"/>
                          <a:cs typeface="Microsoft JhengHei"/>
                          <a:sym typeface="Microsoft JhengHei"/>
                        </a:rPr>
                        <a:t>素材尺寸 (需求標黃底, 紅字優先對稿)</a:t>
                      </a:r>
                      <a:endParaRPr sz="18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0">
                <a:tc rowSpan="2">
                  <a:txBody>
                    <a:bodyPr/>
                    <a:lstStyle/>
                    <a:p>
                      <a:pPr marL="0" lvl="0" indent="0" algn="l" rtl="0">
                        <a:lnSpc>
                          <a:spcPct val="100000"/>
                        </a:lnSpc>
                        <a:spcBef>
                          <a:spcPts val="0"/>
                        </a:spcBef>
                        <a:spcAft>
                          <a:spcPts val="0"/>
                        </a:spcAft>
                        <a:buNone/>
                      </a:pPr>
                      <a:r>
                        <a:rPr lang="zh-TW" sz="1000" b="1">
                          <a:solidFill>
                            <a:schemeClr val="dk1"/>
                          </a:solidFill>
                          <a:latin typeface="Microsoft JhengHei"/>
                          <a:ea typeface="Microsoft JhengHei"/>
                          <a:cs typeface="Microsoft JhengHei"/>
                          <a:sym typeface="Microsoft JhengHei"/>
                        </a:rPr>
                        <a:t>類別</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EEEEE"/>
                    </a:solidFill>
                  </a:tcPr>
                </a:tc>
                <a:tc rowSpan="2">
                  <a:txBody>
                    <a:bodyPr/>
                    <a:lstStyle/>
                    <a:p>
                      <a:pPr marL="0" lvl="0" indent="0" algn="l" rtl="0">
                        <a:lnSpc>
                          <a:spcPct val="100000"/>
                        </a:lnSpc>
                        <a:spcBef>
                          <a:spcPts val="0"/>
                        </a:spcBef>
                        <a:spcAft>
                          <a:spcPts val="0"/>
                        </a:spcAft>
                        <a:buNone/>
                      </a:pPr>
                      <a:r>
                        <a:rPr lang="zh-TW" sz="1000" b="1">
                          <a:solidFill>
                            <a:schemeClr val="dk1"/>
                          </a:solidFill>
                          <a:latin typeface="Microsoft JhengHei"/>
                          <a:ea typeface="Microsoft JhengHei"/>
                          <a:cs typeface="Microsoft JhengHei"/>
                          <a:sym typeface="Microsoft JhengHei"/>
                        </a:rPr>
                        <a:t>素材類型</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EEEEE"/>
                    </a:solidFill>
                  </a:tcPr>
                </a:tc>
                <a:tc rowSpan="2">
                  <a:txBody>
                    <a:bodyPr/>
                    <a:lstStyle/>
                    <a:p>
                      <a:pPr marL="0" lvl="0" indent="0" algn="l" rtl="0">
                        <a:lnSpc>
                          <a:spcPct val="100000"/>
                        </a:lnSpc>
                        <a:spcBef>
                          <a:spcPts val="0"/>
                        </a:spcBef>
                        <a:spcAft>
                          <a:spcPts val="0"/>
                        </a:spcAft>
                        <a:buNone/>
                      </a:pPr>
                      <a:r>
                        <a:rPr lang="zh-TW" sz="1000" b="1">
                          <a:solidFill>
                            <a:schemeClr val="dk1"/>
                          </a:solidFill>
                          <a:latin typeface="Microsoft JhengHei"/>
                          <a:ea typeface="Microsoft JhengHei"/>
                          <a:cs typeface="Microsoft JhengHei"/>
                          <a:sym typeface="Microsoft JhengHei"/>
                        </a:rPr>
                        <a:t>檔案格式</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EEEEE"/>
                    </a:solidFill>
                  </a:tcPr>
                </a:tc>
                <a:tc rowSpan="2">
                  <a:txBody>
                    <a:bodyPr/>
                    <a:lstStyle/>
                    <a:p>
                      <a:pPr marL="0" lvl="0" indent="0" algn="l" rtl="0">
                        <a:lnSpc>
                          <a:spcPct val="100000"/>
                        </a:lnSpc>
                        <a:spcBef>
                          <a:spcPts val="0"/>
                        </a:spcBef>
                        <a:spcAft>
                          <a:spcPts val="0"/>
                        </a:spcAft>
                        <a:buNone/>
                      </a:pPr>
                      <a:r>
                        <a:rPr lang="zh-TW" sz="1000" b="1">
                          <a:solidFill>
                            <a:schemeClr val="dk1"/>
                          </a:solidFill>
                          <a:latin typeface="Microsoft JhengHei"/>
                          <a:ea typeface="Microsoft JhengHei"/>
                          <a:cs typeface="Microsoft JhengHei"/>
                          <a:sym typeface="Microsoft JhengHei"/>
                        </a:rPr>
                        <a:t>尺寸</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EEEEE"/>
                    </a:solidFill>
                  </a:tcPr>
                </a:tc>
                <a:tc rowSpan="2">
                  <a:txBody>
                    <a:bodyPr/>
                    <a:lstStyle/>
                    <a:p>
                      <a:pPr marL="0" lvl="0" indent="0" algn="l" rtl="0">
                        <a:lnSpc>
                          <a:spcPct val="100000"/>
                        </a:lnSpc>
                        <a:spcBef>
                          <a:spcPts val="0"/>
                        </a:spcBef>
                        <a:spcAft>
                          <a:spcPts val="0"/>
                        </a:spcAft>
                        <a:buNone/>
                      </a:pPr>
                      <a:r>
                        <a:rPr lang="zh-TW" sz="1000" b="1">
                          <a:solidFill>
                            <a:schemeClr val="dk1"/>
                          </a:solidFill>
                          <a:latin typeface="Microsoft JhengHei"/>
                          <a:ea typeface="Microsoft JhengHei"/>
                          <a:cs typeface="Microsoft JhengHei"/>
                          <a:sym typeface="Microsoft JhengHei"/>
                        </a:rPr>
                        <a:t>備註</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EEEEEE"/>
                    </a:solidFill>
                  </a:tcPr>
                </a:tc>
                <a:extLst>
                  <a:ext uri="{0D108BD9-81ED-4DB2-BD59-A6C34878D82A}">
                    <a16:rowId xmlns:a16="http://schemas.microsoft.com/office/drawing/2014/main" val="10001"/>
                  </a:ext>
                </a:extLst>
              </a:tr>
              <a:tr h="236000">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extLst>
                  <a:ext uri="{0D108BD9-81ED-4DB2-BD59-A6C34878D82A}">
                    <a16:rowId xmlns:a16="http://schemas.microsoft.com/office/drawing/2014/main" val="10002"/>
                  </a:ext>
                </a:extLst>
              </a:tr>
              <a:tr h="420150">
                <a:tc rowSpan="4">
                  <a:txBody>
                    <a:bodyPr/>
                    <a:lstStyle/>
                    <a:p>
                      <a:pPr marL="0" lvl="0" indent="0" algn="l" rtl="0">
                        <a:spcBef>
                          <a:spcPts val="0"/>
                        </a:spcBef>
                        <a:spcAft>
                          <a:spcPts val="0"/>
                        </a:spcAft>
                        <a:buNone/>
                      </a:pPr>
                      <a:r>
                        <a:rPr lang="zh-TW" sz="1000" b="1">
                          <a:solidFill>
                            <a:schemeClr val="dk1"/>
                          </a:solidFill>
                          <a:latin typeface="Microsoft JhengHei"/>
                          <a:ea typeface="Microsoft JhengHei"/>
                          <a:cs typeface="Microsoft JhengHei"/>
                          <a:sym typeface="Microsoft JhengHei"/>
                        </a:rPr>
                        <a:t>適用廣告/社群素材</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Banner</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1920*1080、1080*1920、1080*1350、1080*1080、1200*628</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20150">
                <a:tc vMerge="1">
                  <a:txBody>
                    <a:bodyPr/>
                    <a:lstStyle/>
                    <a:p>
                      <a:endParaRPr lang="zh-TW"/>
                    </a:p>
                  </a:txBody>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Video</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FFFF00"/>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mp4</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rgbClr val="FFFF00"/>
                    </a:solidFill>
                  </a:tcPr>
                </a:tc>
                <a:tc>
                  <a:txBody>
                    <a:bodyPr/>
                    <a:lstStyle/>
                    <a:p>
                      <a:pPr marL="0" lvl="0" indent="0" algn="l" rtl="0">
                        <a:spcBef>
                          <a:spcPts val="0"/>
                        </a:spcBef>
                        <a:spcAft>
                          <a:spcPts val="0"/>
                        </a:spcAft>
                        <a:buNone/>
                      </a:pPr>
                      <a:r>
                        <a:rPr lang="zh-TW" sz="1000" dirty="0">
                          <a:solidFill>
                            <a:schemeClr val="dk1"/>
                          </a:solidFill>
                          <a:latin typeface="Microsoft JhengHei"/>
                          <a:ea typeface="Microsoft JhengHei"/>
                          <a:cs typeface="Microsoft JhengHei"/>
                          <a:sym typeface="Microsoft JhengHei"/>
                        </a:rPr>
                        <a:t>1920*1080、</a:t>
                      </a:r>
                      <a:r>
                        <a:rPr lang="zh-TW" sz="1000" dirty="0">
                          <a:solidFill>
                            <a:srgbClr val="FF0000"/>
                          </a:solidFill>
                          <a:highlight>
                            <a:srgbClr val="FFFF00"/>
                          </a:highlight>
                          <a:latin typeface="Microsoft JhengHei"/>
                          <a:ea typeface="Microsoft JhengHei"/>
                          <a:cs typeface="Microsoft JhengHei"/>
                          <a:sym typeface="Microsoft JhengHei"/>
                        </a:rPr>
                        <a:t>1080*1920</a:t>
                      </a:r>
                      <a:r>
                        <a:rPr lang="zh-TW" sz="1000" dirty="0">
                          <a:solidFill>
                            <a:schemeClr val="dk1"/>
                          </a:solidFill>
                          <a:latin typeface="Microsoft JhengHei"/>
                          <a:ea typeface="Microsoft JhengHei"/>
                          <a:cs typeface="Microsoft JhengHei"/>
                          <a:sym typeface="Microsoft JhengHei"/>
                        </a:rPr>
                        <a:t>、1080*1350、</a:t>
                      </a:r>
                      <a:r>
                        <a:rPr lang="zh-TW" sz="1000" dirty="0">
                          <a:solidFill>
                            <a:schemeClr val="dk1"/>
                          </a:solidFill>
                          <a:highlight>
                            <a:srgbClr val="FFFF00"/>
                          </a:highlight>
                          <a:latin typeface="Microsoft JhengHei"/>
                          <a:ea typeface="Microsoft JhengHei"/>
                          <a:cs typeface="Microsoft JhengHei"/>
                          <a:sym typeface="Microsoft JhengHei"/>
                        </a:rPr>
                        <a:t>1080*1080</a:t>
                      </a:r>
                      <a:endParaRPr sz="1000" dirty="0">
                        <a:solidFill>
                          <a:schemeClr val="dk1"/>
                        </a:solidFill>
                        <a:highlight>
                          <a:srgbClr val="FFFF00"/>
                        </a:highlight>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bg1"/>
                    </a:solidFill>
                  </a:tcPr>
                </a:tc>
                <a:tc>
                  <a:txBody>
                    <a:bodyPr/>
                    <a:lstStyle/>
                    <a:p>
                      <a:pPr marL="0" lvl="0" indent="0" algn="l" rtl="0">
                        <a:lnSpc>
                          <a:spcPct val="100000"/>
                        </a:lnSpc>
                        <a:spcBef>
                          <a:spcPts val="0"/>
                        </a:spcBef>
                        <a:spcAft>
                          <a:spcPts val="0"/>
                        </a:spcAft>
                        <a:buNone/>
                      </a:pPr>
                      <a:r>
                        <a:rPr lang="en-US" altLang="zh-TW" sz="1000" b="1" dirty="0">
                          <a:solidFill>
                            <a:srgbClr val="FF0000"/>
                          </a:solidFill>
                          <a:latin typeface="Microsoft JhengHei"/>
                          <a:ea typeface="Microsoft JhengHei"/>
                          <a:cs typeface="Microsoft JhengHei"/>
                          <a:sym typeface="Microsoft JhengHei"/>
                        </a:rPr>
                        <a:t>1080</a:t>
                      </a:r>
                      <a:r>
                        <a:rPr lang="zh-TW" altLang="en-US" sz="1000" b="1" dirty="0">
                          <a:solidFill>
                            <a:srgbClr val="FF0000"/>
                          </a:solidFill>
                          <a:latin typeface="Microsoft JhengHei"/>
                          <a:ea typeface="Microsoft JhengHei"/>
                          <a:cs typeface="Microsoft JhengHei"/>
                          <a:sym typeface="Microsoft JhengHei"/>
                        </a:rPr>
                        <a:t>*</a:t>
                      </a:r>
                      <a:r>
                        <a:rPr lang="en-US" altLang="zh-TW" sz="1000" b="1" dirty="0">
                          <a:solidFill>
                            <a:srgbClr val="FF0000"/>
                          </a:solidFill>
                          <a:latin typeface="Microsoft JhengHei"/>
                          <a:ea typeface="Microsoft JhengHei"/>
                          <a:cs typeface="Microsoft JhengHei"/>
                          <a:sym typeface="Microsoft JhengHei"/>
                        </a:rPr>
                        <a:t>1080</a:t>
                      </a:r>
                    </a:p>
                    <a:p>
                      <a:pPr marL="0" lvl="0" indent="0" algn="l" rtl="0">
                        <a:lnSpc>
                          <a:spcPct val="100000"/>
                        </a:lnSpc>
                        <a:spcBef>
                          <a:spcPts val="0"/>
                        </a:spcBef>
                        <a:spcAft>
                          <a:spcPts val="0"/>
                        </a:spcAft>
                        <a:buNone/>
                      </a:pPr>
                      <a:r>
                        <a:rPr lang="zh-TW" altLang="en-US" sz="1000" b="1" dirty="0">
                          <a:solidFill>
                            <a:srgbClr val="FF0000"/>
                          </a:solidFill>
                          <a:latin typeface="Microsoft JhengHei"/>
                          <a:ea typeface="Microsoft JhengHei"/>
                          <a:cs typeface="Microsoft JhengHei"/>
                          <a:sym typeface="Microsoft JhengHei"/>
                        </a:rPr>
                        <a:t>不需做第</a:t>
                      </a:r>
                      <a:r>
                        <a:rPr lang="en-US" altLang="zh-TW" sz="1000" b="1" dirty="0">
                          <a:solidFill>
                            <a:srgbClr val="FF0000"/>
                          </a:solidFill>
                          <a:latin typeface="Microsoft JhengHei"/>
                          <a:ea typeface="Microsoft JhengHei"/>
                          <a:cs typeface="Microsoft JhengHei"/>
                          <a:sym typeface="Microsoft JhengHei"/>
                        </a:rPr>
                        <a:t>4Cut</a:t>
                      </a:r>
                      <a:endParaRPr sz="1000" b="1" dirty="0">
                        <a:solidFill>
                          <a:srgbClr val="FF0000"/>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20150">
                <a:tc vMerge="1">
                  <a:txBody>
                    <a:bodyPr/>
                    <a:lstStyle/>
                    <a:p>
                      <a:endParaRPr lang="zh-TW"/>
                    </a:p>
                  </a:txBody>
                  <a:tcPr/>
                </a:tc>
                <a:tc rowSpan="2">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Gif</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1920*1080、1080*1920、1080*1350、1080*1080、1200*628</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20150">
                <a:tc vMerge="1">
                  <a:txBody>
                    <a:bodyPr/>
                    <a:lstStyle/>
                    <a:p>
                      <a:endParaRPr lang="zh-TW"/>
                    </a:p>
                  </a:txBody>
                  <a:tcPr/>
                </a:tc>
                <a:tc vMerge="1">
                  <a:txBody>
                    <a:bodyPr/>
                    <a:lstStyle/>
                    <a:p>
                      <a:endParaRPr lang="zh-TW"/>
                    </a:p>
                  </a:txBody>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mp4</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1920*1080、1080*1920、1080*1350、1080*1080</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506850">
                <a:tc rowSpan="5">
                  <a:txBody>
                    <a:bodyPr/>
                    <a:lstStyle/>
                    <a:p>
                      <a:pPr marL="0" lvl="0" indent="0" algn="l" rtl="0">
                        <a:spcBef>
                          <a:spcPts val="0"/>
                        </a:spcBef>
                        <a:spcAft>
                          <a:spcPts val="0"/>
                        </a:spcAft>
                        <a:buNone/>
                      </a:pPr>
                      <a:r>
                        <a:rPr lang="zh-TW" sz="1000" b="1">
                          <a:solidFill>
                            <a:schemeClr val="dk1"/>
                          </a:solidFill>
                          <a:latin typeface="Microsoft JhengHei"/>
                          <a:ea typeface="Microsoft JhengHei"/>
                          <a:cs typeface="Microsoft JhengHei"/>
                          <a:sym typeface="Microsoft JhengHei"/>
                        </a:rPr>
                        <a:t>適用商店頁素材</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Screenshot</a:t>
                      </a:r>
                      <a:endParaRPr sz="1000">
                        <a:solidFill>
                          <a:schemeClr val="dk1"/>
                        </a:solidFill>
                        <a:highlight>
                          <a:srgbClr val="F4CCCC"/>
                        </a:highlight>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橫：1920*1080 (AN)、2732*2048 (iOS iPAD)、2688*1242、2208*1242 (iOS手機)</a:t>
                      </a:r>
                      <a:br>
                        <a:rPr lang="zh-TW" sz="1000">
                          <a:solidFill>
                            <a:schemeClr val="dk1"/>
                          </a:solidFill>
                          <a:latin typeface="Microsoft JhengHei"/>
                          <a:ea typeface="Microsoft JhengHei"/>
                          <a:cs typeface="Microsoft JhengHei"/>
                          <a:sym typeface="Microsoft JhengHei"/>
                        </a:rPr>
                      </a:br>
                      <a:r>
                        <a:rPr lang="zh-TW" sz="1000">
                          <a:solidFill>
                            <a:schemeClr val="dk1"/>
                          </a:solidFill>
                          <a:latin typeface="Microsoft JhengHei"/>
                          <a:ea typeface="Microsoft JhengHei"/>
                          <a:cs typeface="Microsoft JhengHei"/>
                          <a:sym typeface="Microsoft JhengHei"/>
                        </a:rPr>
                        <a:t>直：1080*1920 (AN)、2048*2732 (iOS iPAD)、1242*2688、1242*2208 (iOS手機)</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20150">
                <a:tc vMerge="1">
                  <a:txBody>
                    <a:bodyPr/>
                    <a:lstStyle/>
                    <a:p>
                      <a:endParaRPr lang="zh-TW"/>
                    </a:p>
                  </a:txBody>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主題圖片</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1024*500</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20150">
                <a:tc vMerge="1">
                  <a:txBody>
                    <a:bodyPr/>
                    <a:lstStyle/>
                    <a:p>
                      <a:endParaRPr lang="zh-TW"/>
                    </a:p>
                  </a:txBody>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Liveops</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1080*1920、1920*1080、1080*1080</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420150">
                <a:tc vMerge="1">
                  <a:txBody>
                    <a:bodyPr/>
                    <a:lstStyle/>
                    <a:p>
                      <a:endParaRPr lang="zh-TW"/>
                    </a:p>
                  </a:txBody>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主題影片</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mp4</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1920*1080、1920*886</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20150">
                <a:tc vMerge="1">
                  <a:txBody>
                    <a:bodyPr/>
                    <a:lstStyle/>
                    <a:p>
                      <a:endParaRPr lang="zh-TW"/>
                    </a:p>
                  </a:txBody>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Icon</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JPG</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512*512</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&lt;1MB</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420150">
                <a:tc>
                  <a:txBody>
                    <a:bodyPr/>
                    <a:lstStyle/>
                    <a:p>
                      <a:pPr marL="0" lvl="0" indent="0" algn="l" rtl="0">
                        <a:spcBef>
                          <a:spcPts val="0"/>
                        </a:spcBef>
                        <a:spcAft>
                          <a:spcPts val="0"/>
                        </a:spcAft>
                        <a:buNone/>
                      </a:pPr>
                      <a:r>
                        <a:rPr lang="zh-TW" sz="1000" b="1">
                          <a:solidFill>
                            <a:schemeClr val="dk1"/>
                          </a:solidFill>
                          <a:latin typeface="Microsoft JhengHei"/>
                          <a:ea typeface="Microsoft JhengHei"/>
                          <a:cs typeface="Microsoft JhengHei"/>
                          <a:sym typeface="Microsoft JhengHei"/>
                        </a:rPr>
                        <a:t>其他 (自填尺寸)</a:t>
                      </a:r>
                      <a:endParaRPr sz="10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tc>
                  <a:txBody>
                    <a:bodyPr/>
                    <a:lstStyle/>
                    <a:p>
                      <a:pPr marL="0" lvl="0" indent="0" algn="l" rtl="0">
                        <a:spcBef>
                          <a:spcPts val="0"/>
                        </a:spcBef>
                        <a:spcAft>
                          <a:spcPts val="0"/>
                        </a:spcAft>
                        <a:buNone/>
                      </a:pPr>
                      <a:endParaRPr sz="10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999999"/>
                      </a:solidFill>
                      <a:prstDash val="solid"/>
                      <a:round/>
                      <a:headEnd type="none" w="sm" len="sm"/>
                      <a:tailEnd type="none" w="sm" len="sm"/>
                    </a:lnL>
                    <a:lnR w="9525" cap="flat" cmpd="sng">
                      <a:solidFill>
                        <a:srgbClr val="999999"/>
                      </a:solidFill>
                      <a:prstDash val="solid"/>
                      <a:round/>
                      <a:headEnd type="none" w="sm" len="sm"/>
                      <a:tailEnd type="none" w="sm" len="sm"/>
                    </a:lnR>
                    <a:lnT w="9525" cap="flat" cmpd="sng">
                      <a:solidFill>
                        <a:srgbClr val="999999"/>
                      </a:solidFill>
                      <a:prstDash val="solid"/>
                      <a:round/>
                      <a:headEnd type="none" w="sm" len="sm"/>
                      <a:tailEnd type="none" w="sm" len="sm"/>
                    </a:lnT>
                    <a:lnB w="9525" cap="flat" cmpd="sng">
                      <a:solidFill>
                        <a:srgbClr val="999999"/>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graphicFrame>
        <p:nvGraphicFramePr>
          <p:cNvPr id="66" name="Google Shape;66;p15"/>
          <p:cNvGraphicFramePr/>
          <p:nvPr>
            <p:extLst>
              <p:ext uri="{D42A27DB-BD31-4B8C-83A1-F6EECF244321}">
                <p14:modId xmlns:p14="http://schemas.microsoft.com/office/powerpoint/2010/main" val="3827414757"/>
              </p:ext>
            </p:extLst>
          </p:nvPr>
        </p:nvGraphicFramePr>
        <p:xfrm>
          <a:off x="50" y="24"/>
          <a:ext cx="9143975" cy="5143474"/>
        </p:xfrm>
        <a:graphic>
          <a:graphicData uri="http://schemas.openxmlformats.org/drawingml/2006/table">
            <a:tbl>
              <a:tblPr>
                <a:noFill/>
                <a:tableStyleId>{D27BCB22-5DEB-4D4A-AEB1-C0894EA97893}</a:tableStyleId>
              </a:tblPr>
              <a:tblGrid>
                <a:gridCol w="763775">
                  <a:extLst>
                    <a:ext uri="{9D8B030D-6E8A-4147-A177-3AD203B41FA5}">
                      <a16:colId xmlns:a16="http://schemas.microsoft.com/office/drawing/2014/main" val="20000"/>
                    </a:ext>
                  </a:extLst>
                </a:gridCol>
                <a:gridCol w="2095050">
                  <a:extLst>
                    <a:ext uri="{9D8B030D-6E8A-4147-A177-3AD203B41FA5}">
                      <a16:colId xmlns:a16="http://schemas.microsoft.com/office/drawing/2014/main" val="20001"/>
                    </a:ext>
                  </a:extLst>
                </a:gridCol>
                <a:gridCol w="2095050">
                  <a:extLst>
                    <a:ext uri="{9D8B030D-6E8A-4147-A177-3AD203B41FA5}">
                      <a16:colId xmlns:a16="http://schemas.microsoft.com/office/drawing/2014/main" val="20002"/>
                    </a:ext>
                  </a:extLst>
                </a:gridCol>
                <a:gridCol w="2095050">
                  <a:extLst>
                    <a:ext uri="{9D8B030D-6E8A-4147-A177-3AD203B41FA5}">
                      <a16:colId xmlns:a16="http://schemas.microsoft.com/office/drawing/2014/main" val="20003"/>
                    </a:ext>
                  </a:extLst>
                </a:gridCol>
                <a:gridCol w="2095050">
                  <a:extLst>
                    <a:ext uri="{9D8B030D-6E8A-4147-A177-3AD203B41FA5}">
                      <a16:colId xmlns:a16="http://schemas.microsoft.com/office/drawing/2014/main" val="20004"/>
                    </a:ext>
                  </a:extLst>
                </a:gridCol>
              </a:tblGrid>
              <a:tr h="530069">
                <a:tc gridSpan="5">
                  <a:txBody>
                    <a:bodyPr/>
                    <a:lstStyle/>
                    <a:p>
                      <a:pPr marL="0" lvl="0" indent="0" algn="l" rtl="0">
                        <a:lnSpc>
                          <a:spcPct val="100000"/>
                        </a:lnSpc>
                        <a:spcBef>
                          <a:spcPts val="0"/>
                        </a:spcBef>
                        <a:spcAft>
                          <a:spcPts val="0"/>
                        </a:spcAft>
                        <a:buNone/>
                      </a:pPr>
                      <a:r>
                        <a:rPr lang="zh-TW" sz="2000" b="1" dirty="0">
                          <a:solidFill>
                            <a:schemeClr val="lt1"/>
                          </a:solidFill>
                          <a:latin typeface="Microsoft JhengHei"/>
                          <a:ea typeface="Microsoft JhengHei"/>
                          <a:cs typeface="Microsoft JhengHei"/>
                          <a:sym typeface="Microsoft JhengHei"/>
                        </a:rPr>
                        <a:t>分鏡總表</a:t>
                      </a:r>
                      <a:endParaRPr sz="2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322631">
                <a:tc gridSpan="5">
                  <a:txBody>
                    <a:bodyPr/>
                    <a:lstStyle/>
                    <a:p>
                      <a:pPr marL="0" lvl="0" indent="0" algn="l" rtl="0">
                        <a:lnSpc>
                          <a:spcPct val="100000"/>
                        </a:lnSpc>
                        <a:spcBef>
                          <a:spcPts val="0"/>
                        </a:spcBef>
                        <a:spcAft>
                          <a:spcPts val="0"/>
                        </a:spcAft>
                        <a:buNone/>
                      </a:pPr>
                      <a:r>
                        <a:rPr lang="zh-TW" sz="800" b="1" dirty="0">
                          <a:solidFill>
                            <a:srgbClr val="990000"/>
                          </a:solidFill>
                          <a:latin typeface="Microsoft JhengHei"/>
                          <a:ea typeface="Microsoft JhengHei"/>
                          <a:cs typeface="Microsoft JhengHei"/>
                          <a:sym typeface="Microsoft JhengHei"/>
                        </a:rPr>
                        <a:t>僅動態素材(gif/ video)才需填寫</a:t>
                      </a:r>
                      <a:r>
                        <a:rPr lang="zh-TW" altLang="en-US" sz="800" b="1" dirty="0">
                          <a:solidFill>
                            <a:srgbClr val="990000"/>
                          </a:solidFill>
                          <a:latin typeface="Microsoft JhengHei"/>
                          <a:ea typeface="Microsoft JhengHei"/>
                          <a:cs typeface="Microsoft JhengHei"/>
                          <a:sym typeface="Microsoft JhengHei"/>
                        </a:rPr>
                        <a:t>                                                                                                                               </a:t>
                      </a:r>
                      <a:endParaRPr sz="800" b="1" dirty="0">
                        <a:solidFill>
                          <a:srgbClr val="990000"/>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hMerge="1">
                  <a:txBody>
                    <a:bodyPr/>
                    <a:lstStyle/>
                    <a:p>
                      <a:endParaRPr lang="zh-TW"/>
                    </a:p>
                  </a:txBody>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354897">
                <a:tc>
                  <a:txBody>
                    <a:bodyPr/>
                    <a:lstStyle/>
                    <a:p>
                      <a:pPr marL="0" lvl="0" indent="0" algn="l" rtl="0">
                        <a:spcBef>
                          <a:spcPts val="0"/>
                        </a:spcBef>
                        <a:spcAft>
                          <a:spcPts val="0"/>
                        </a:spcAft>
                        <a:buNone/>
                      </a:pPr>
                      <a:r>
                        <a:rPr lang="zh-TW" sz="1000">
                          <a:solidFill>
                            <a:schemeClr val="dk1"/>
                          </a:solidFill>
                          <a:latin typeface="Microsoft JhengHei"/>
                          <a:ea typeface="Microsoft JhengHei"/>
                          <a:cs typeface="Microsoft JhengHei"/>
                          <a:sym typeface="Microsoft JhengHei"/>
                        </a:rPr>
                        <a:t>分鏡</a:t>
                      </a: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a:txBody>
                    <a:bodyPr/>
                    <a:lstStyle/>
                    <a:p>
                      <a:pPr marL="0" lvl="0" indent="0" algn="l" rtl="0">
                        <a:lnSpc>
                          <a:spcPct val="100000"/>
                        </a:lnSpc>
                        <a:spcBef>
                          <a:spcPts val="0"/>
                        </a:spcBef>
                        <a:spcAft>
                          <a:spcPts val="0"/>
                        </a:spcAft>
                        <a:buNone/>
                      </a:pPr>
                      <a:r>
                        <a:rPr lang="zh-TW" sz="1000" dirty="0">
                          <a:latin typeface="Microsoft JhengHei"/>
                          <a:ea typeface="Microsoft JhengHei"/>
                          <a:cs typeface="Microsoft JhengHei"/>
                          <a:sym typeface="Microsoft JhengHei"/>
                        </a:rPr>
                        <a:t>1</a:t>
                      </a:r>
                      <a:endParaRPr sz="1000" dirty="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a:txBody>
                    <a:bodyPr/>
                    <a:lstStyle/>
                    <a:p>
                      <a:pPr marL="0" lvl="0" indent="0" algn="l" rtl="0">
                        <a:lnSpc>
                          <a:spcPct val="100000"/>
                        </a:lnSpc>
                        <a:spcBef>
                          <a:spcPts val="0"/>
                        </a:spcBef>
                        <a:spcAft>
                          <a:spcPts val="0"/>
                        </a:spcAft>
                        <a:buNone/>
                      </a:pPr>
                      <a:r>
                        <a:rPr lang="zh-TW" sz="1000">
                          <a:latin typeface="Microsoft JhengHei"/>
                          <a:ea typeface="Microsoft JhengHei"/>
                          <a:cs typeface="Microsoft JhengHei"/>
                          <a:sym typeface="Microsoft JhengHei"/>
                        </a:rPr>
                        <a:t>2</a:t>
                      </a: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a:txBody>
                    <a:bodyPr/>
                    <a:lstStyle/>
                    <a:p>
                      <a:pPr marL="0" lvl="0" indent="0" algn="l" rtl="0">
                        <a:lnSpc>
                          <a:spcPct val="100000"/>
                        </a:lnSpc>
                        <a:spcBef>
                          <a:spcPts val="0"/>
                        </a:spcBef>
                        <a:spcAft>
                          <a:spcPts val="0"/>
                        </a:spcAft>
                        <a:buNone/>
                      </a:pPr>
                      <a:r>
                        <a:rPr lang="zh-TW" sz="1000">
                          <a:latin typeface="Microsoft JhengHei"/>
                          <a:ea typeface="Microsoft JhengHei"/>
                          <a:cs typeface="Microsoft JhengHei"/>
                          <a:sym typeface="Microsoft JhengHei"/>
                        </a:rPr>
                        <a:t>3</a:t>
                      </a: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a:txBody>
                    <a:bodyPr/>
                    <a:lstStyle/>
                    <a:p>
                      <a:pPr marL="0" lvl="0" indent="0" algn="l" rtl="0">
                        <a:lnSpc>
                          <a:spcPct val="100000"/>
                        </a:lnSpc>
                        <a:spcBef>
                          <a:spcPts val="0"/>
                        </a:spcBef>
                        <a:spcAft>
                          <a:spcPts val="0"/>
                        </a:spcAft>
                        <a:buNone/>
                      </a:pPr>
                      <a:r>
                        <a:rPr lang="zh-TW" sz="1000">
                          <a:latin typeface="Microsoft JhengHei"/>
                          <a:ea typeface="Microsoft JhengHei"/>
                          <a:cs typeface="Microsoft JhengHei"/>
                          <a:sym typeface="Microsoft JhengHei"/>
                        </a:rPr>
                        <a:t>4</a:t>
                      </a: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extLst>
                  <a:ext uri="{0D108BD9-81ED-4DB2-BD59-A6C34878D82A}">
                    <a16:rowId xmlns:a16="http://schemas.microsoft.com/office/drawing/2014/main" val="10002"/>
                  </a:ext>
                </a:extLst>
              </a:tr>
              <a:tr h="2612993">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示意圖</a:t>
                      </a:r>
                      <a:endParaRPr sz="10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a:txBody>
                    <a:bodyPr/>
                    <a:lstStyle/>
                    <a:p>
                      <a:pPr marL="0" lvl="0" indent="0" algn="l" rtl="0">
                        <a:lnSpc>
                          <a:spcPct val="100000"/>
                        </a:lnSpc>
                        <a:spcBef>
                          <a:spcPts val="0"/>
                        </a:spcBef>
                        <a:spcAft>
                          <a:spcPts val="0"/>
                        </a:spcAft>
                        <a:buNone/>
                      </a:pPr>
                      <a:endParaRPr sz="1000" dirty="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dirty="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1000">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r h="1322884">
                <a:tc>
                  <a:txBody>
                    <a:bodyPr/>
                    <a:lstStyle/>
                    <a:p>
                      <a:pPr marL="0" lvl="0" indent="0" algn="l" rtl="0">
                        <a:spcBef>
                          <a:spcPts val="0"/>
                        </a:spcBef>
                        <a:spcAft>
                          <a:spcPts val="0"/>
                        </a:spcAft>
                        <a:buNone/>
                      </a:pPr>
                      <a:r>
                        <a:rPr lang="zh-TW" altLang="en-US" sz="1000" dirty="0">
                          <a:solidFill>
                            <a:schemeClr val="dk1"/>
                          </a:solidFill>
                          <a:latin typeface="Microsoft JhengHei"/>
                          <a:ea typeface="Microsoft JhengHei"/>
                          <a:cs typeface="Microsoft JhengHei"/>
                          <a:sym typeface="Microsoft JhengHei"/>
                        </a:rPr>
                        <a:t>分鏡說明</a:t>
                      </a:r>
                      <a:endParaRPr sz="10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2"/>
                    </a:solidFill>
                  </a:tcPr>
                </a:tc>
                <a:tc gridSpan="4">
                  <a:txBody>
                    <a:bodyPr/>
                    <a:lstStyle/>
                    <a:p>
                      <a:pPr marL="228600" lvl="0" indent="-228600" algn="l" rtl="0">
                        <a:lnSpc>
                          <a:spcPct val="100000"/>
                        </a:lnSpc>
                        <a:spcBef>
                          <a:spcPts val="0"/>
                        </a:spcBef>
                        <a:spcAft>
                          <a:spcPts val="0"/>
                        </a:spcAft>
                        <a:buAutoNum type="arabicPeriod"/>
                      </a:pPr>
                      <a:r>
                        <a:rPr lang="zh-TW" altLang="en-US" sz="1000" dirty="0">
                          <a:latin typeface="Microsoft JhengHei"/>
                          <a:ea typeface="Microsoft JhengHei"/>
                          <a:cs typeface="Microsoft JhengHei"/>
                          <a:sym typeface="Microsoft JhengHei"/>
                        </a:rPr>
                        <a:t>貓貓們進場</a:t>
                      </a:r>
                      <a:endParaRPr lang="en-US" altLang="zh-TW" sz="1000" dirty="0">
                        <a:latin typeface="Microsoft JhengHei"/>
                        <a:ea typeface="Microsoft JhengHei"/>
                        <a:cs typeface="Microsoft JhengHei"/>
                        <a:sym typeface="Microsoft JhengHei"/>
                      </a:endParaRPr>
                    </a:p>
                    <a:p>
                      <a:pPr marL="228600" lvl="0" indent="-228600" algn="l" rtl="0">
                        <a:lnSpc>
                          <a:spcPct val="100000"/>
                        </a:lnSpc>
                        <a:spcBef>
                          <a:spcPts val="0"/>
                        </a:spcBef>
                        <a:spcAft>
                          <a:spcPts val="0"/>
                        </a:spcAft>
                        <a:buAutoNum type="arabicPeriod"/>
                      </a:pPr>
                      <a:r>
                        <a:rPr lang="zh-TW" altLang="en-US" sz="1000" dirty="0">
                          <a:latin typeface="Microsoft JhengHei"/>
                          <a:ea typeface="Microsoft JhengHei"/>
                          <a:cs typeface="Microsoft JhengHei"/>
                          <a:sym typeface="Microsoft JhengHei"/>
                        </a:rPr>
                        <a:t>特寫阿光</a:t>
                      </a:r>
                      <a:endParaRPr lang="en-US" altLang="zh-TW" sz="1000" dirty="0">
                        <a:latin typeface="Microsoft JhengHei"/>
                        <a:ea typeface="Microsoft JhengHei"/>
                        <a:cs typeface="Microsoft JhengHei"/>
                        <a:sym typeface="Microsoft JhengHei"/>
                      </a:endParaRPr>
                    </a:p>
                    <a:p>
                      <a:pPr marL="228600" lvl="0" indent="-228600" algn="l" rtl="0">
                        <a:lnSpc>
                          <a:spcPct val="100000"/>
                        </a:lnSpc>
                        <a:spcBef>
                          <a:spcPts val="0"/>
                        </a:spcBef>
                        <a:spcAft>
                          <a:spcPts val="0"/>
                        </a:spcAft>
                        <a:buAutoNum type="arabicPeriod"/>
                      </a:pPr>
                      <a:r>
                        <a:rPr lang="zh-TW" altLang="en-US" sz="1000" dirty="0">
                          <a:latin typeface="Microsoft JhengHei"/>
                          <a:ea typeface="Microsoft JhengHei"/>
                          <a:cs typeface="Microsoft JhengHei"/>
                          <a:sym typeface="Microsoft JhengHei"/>
                        </a:rPr>
                        <a:t>特寫瑄瑄</a:t>
                      </a:r>
                      <a:endParaRPr lang="en-US" altLang="zh-TW" sz="1000" dirty="0">
                        <a:latin typeface="Microsoft JhengHei"/>
                        <a:ea typeface="Microsoft JhengHei"/>
                        <a:cs typeface="Microsoft JhengHei"/>
                        <a:sym typeface="Microsoft JhengHei"/>
                      </a:endParaRPr>
                    </a:p>
                    <a:p>
                      <a:pPr marL="228600" lvl="0" indent="-228600" algn="l" rtl="0">
                        <a:lnSpc>
                          <a:spcPct val="100000"/>
                        </a:lnSpc>
                        <a:spcBef>
                          <a:spcPts val="0"/>
                        </a:spcBef>
                        <a:spcAft>
                          <a:spcPts val="0"/>
                        </a:spcAft>
                        <a:buAutoNum type="arabicPeriod"/>
                      </a:pPr>
                      <a:r>
                        <a:rPr lang="zh-TW" altLang="en-US" sz="1000" dirty="0">
                          <a:latin typeface="Microsoft JhengHei"/>
                          <a:ea typeface="Microsoft JhengHei"/>
                          <a:cs typeface="Microsoft JhengHei"/>
                          <a:sym typeface="Microsoft JhengHei"/>
                        </a:rPr>
                        <a:t>機票</a:t>
                      </a:r>
                      <a:r>
                        <a:rPr lang="en-US" altLang="zh-TW" sz="1000" dirty="0">
                          <a:latin typeface="Microsoft JhengHei"/>
                          <a:ea typeface="Microsoft JhengHei"/>
                          <a:cs typeface="Microsoft JhengHei"/>
                          <a:sym typeface="Microsoft JhengHei"/>
                        </a:rPr>
                        <a:t>(</a:t>
                      </a:r>
                      <a:r>
                        <a:rPr lang="zh-TW" altLang="en-US" sz="1000" dirty="0">
                          <a:latin typeface="Microsoft JhengHei"/>
                          <a:ea typeface="Microsoft JhengHei"/>
                          <a:cs typeface="Microsoft JhengHei"/>
                          <a:sym typeface="Microsoft JhengHei"/>
                        </a:rPr>
                        <a:t>兌換碼</a:t>
                      </a:r>
                      <a:r>
                        <a:rPr lang="en-US" altLang="zh-TW" sz="1000" dirty="0">
                          <a:latin typeface="Microsoft JhengHei"/>
                          <a:ea typeface="Microsoft JhengHei"/>
                          <a:cs typeface="Microsoft JhengHei"/>
                          <a:sym typeface="Microsoft JhengHei"/>
                        </a:rPr>
                        <a:t>)</a:t>
                      </a:r>
                      <a:r>
                        <a:rPr lang="zh-TW" altLang="en-US" sz="1000" dirty="0">
                          <a:latin typeface="Microsoft JhengHei"/>
                          <a:ea typeface="Microsoft JhengHei"/>
                          <a:cs typeface="Microsoft JhengHei"/>
                          <a:sym typeface="Microsoft JhengHei"/>
                        </a:rPr>
                        <a:t>飄進畫面 </a:t>
                      </a:r>
                      <a:r>
                        <a:rPr lang="en-US" altLang="zh-TW" sz="1000" dirty="0">
                          <a:latin typeface="Microsoft JhengHei"/>
                          <a:ea typeface="Microsoft JhengHei"/>
                          <a:cs typeface="Microsoft JhengHei"/>
                          <a:sym typeface="Microsoft JhengHei"/>
                        </a:rPr>
                        <a:t>(</a:t>
                      </a:r>
                      <a:r>
                        <a:rPr lang="zh-TW" altLang="en-US" sz="1000" dirty="0">
                          <a:latin typeface="Microsoft JhengHei"/>
                          <a:ea typeface="Microsoft JhengHei"/>
                          <a:cs typeface="Microsoft JhengHei"/>
                          <a:sym typeface="Microsoft JhengHei"/>
                        </a:rPr>
                        <a:t>僅有</a:t>
                      </a:r>
                      <a:r>
                        <a:rPr lang="zh-TW" altLang="zh-TW" sz="1000" dirty="0">
                          <a:solidFill>
                            <a:srgbClr val="FF0000"/>
                          </a:solidFill>
                          <a:highlight>
                            <a:srgbClr val="FFFF00"/>
                          </a:highlight>
                          <a:latin typeface="Microsoft JhengHei"/>
                          <a:ea typeface="Microsoft JhengHei"/>
                          <a:cs typeface="Microsoft JhengHei"/>
                          <a:sym typeface="Microsoft JhengHei"/>
                        </a:rPr>
                        <a:t>1080*1920</a:t>
                      </a:r>
                      <a:r>
                        <a:rPr lang="zh-TW" altLang="en-US" sz="1000" dirty="0">
                          <a:latin typeface="Microsoft JhengHei"/>
                          <a:ea typeface="Microsoft JhengHei"/>
                          <a:cs typeface="Microsoft JhengHei"/>
                          <a:sym typeface="Microsoft JhengHei"/>
                        </a:rPr>
                        <a:t>有此</a:t>
                      </a:r>
                      <a:r>
                        <a:rPr lang="en-US" altLang="zh-TW" sz="1000" dirty="0">
                          <a:latin typeface="Microsoft JhengHei"/>
                          <a:ea typeface="Microsoft JhengHei"/>
                          <a:cs typeface="Microsoft JhengHei"/>
                          <a:sym typeface="Microsoft JhengHei"/>
                        </a:rPr>
                        <a:t>CUT)</a:t>
                      </a:r>
                    </a:p>
                    <a:p>
                      <a:pPr marL="228600" marR="0" lvl="0" indent="-228600" algn="l" defTabSz="914400" rtl="0" eaLnBrk="1" fontAlgn="auto" latinLnBrk="0" hangingPunct="1">
                        <a:lnSpc>
                          <a:spcPct val="100000"/>
                        </a:lnSpc>
                        <a:spcBef>
                          <a:spcPts val="0"/>
                        </a:spcBef>
                        <a:spcAft>
                          <a:spcPts val="0"/>
                        </a:spcAft>
                        <a:buClr>
                          <a:srgbClr val="000000"/>
                        </a:buClr>
                        <a:buSzTx/>
                        <a:buFont typeface="Arial"/>
                        <a:buAutoNum type="arabicPeriod"/>
                        <a:tabLst/>
                        <a:defRPr/>
                      </a:pPr>
                      <a:r>
                        <a:rPr lang="zh-TW" altLang="en-US" sz="1000" dirty="0">
                          <a:latin typeface="Microsoft JhengHei"/>
                          <a:ea typeface="Microsoft JhengHei"/>
                          <a:cs typeface="Microsoft JhengHei"/>
                          <a:sym typeface="Microsoft JhengHei"/>
                        </a:rPr>
                        <a:t>配樂的部分</a:t>
                      </a:r>
                      <a:r>
                        <a:rPr lang="en-US" altLang="zh-TW" sz="1000" dirty="0">
                          <a:latin typeface="Microsoft JhengHei"/>
                          <a:ea typeface="Microsoft JhengHei"/>
                          <a:cs typeface="Microsoft JhengHei"/>
                          <a:sym typeface="Microsoft JhengHei"/>
                        </a:rPr>
                        <a:t>:</a:t>
                      </a:r>
                      <a:br>
                        <a:rPr lang="en-US" altLang="zh-TW" sz="1000" dirty="0">
                          <a:latin typeface="Microsoft JhengHei"/>
                          <a:ea typeface="Microsoft JhengHei"/>
                          <a:cs typeface="Microsoft JhengHei"/>
                          <a:sym typeface="Microsoft JhengHei"/>
                        </a:rPr>
                      </a:br>
                      <a:r>
                        <a:rPr lang="en-US" altLang="zh-TW" sz="1000" dirty="0">
                          <a:solidFill>
                            <a:srgbClr val="434343"/>
                          </a:solidFill>
                          <a:latin typeface="Microsoft JhengHei"/>
                          <a:ea typeface="Microsoft JhengHei"/>
                          <a:cs typeface="Microsoft JhengHei"/>
                          <a:sym typeface="Microsoft JhengHei"/>
                        </a:rPr>
                        <a:t>1.</a:t>
                      </a:r>
                      <a:r>
                        <a:rPr lang="zh-TW" altLang="en-US" sz="1000" dirty="0">
                          <a:solidFill>
                            <a:srgbClr val="434343"/>
                          </a:solidFill>
                          <a:latin typeface="Microsoft JhengHei"/>
                          <a:ea typeface="Microsoft JhengHei"/>
                          <a:cs typeface="Microsoft JhengHei"/>
                          <a:sym typeface="Microsoft JhengHei"/>
                        </a:rPr>
                        <a:t> 參考</a:t>
                      </a:r>
                      <a:r>
                        <a:rPr lang="en-US" altLang="zh-TW" sz="1000" dirty="0">
                          <a:solidFill>
                            <a:srgbClr val="434343"/>
                          </a:solidFill>
                          <a:latin typeface="Microsoft JhengHei"/>
                          <a:ea typeface="Microsoft JhengHei"/>
                          <a:cs typeface="Microsoft JhengHei"/>
                          <a:sym typeface="Microsoft JhengHei"/>
                          <a:hlinkClick r:id="rId3"/>
                        </a:rPr>
                        <a:t>Link</a:t>
                      </a:r>
                      <a:r>
                        <a:rPr lang="zh-TW" altLang="en-US" sz="1000" dirty="0">
                          <a:solidFill>
                            <a:srgbClr val="434343"/>
                          </a:solidFill>
                          <a:latin typeface="Microsoft JhengHei"/>
                          <a:ea typeface="Microsoft JhengHei"/>
                          <a:cs typeface="Microsoft JhengHei"/>
                          <a:sym typeface="Microsoft JhengHei"/>
                        </a:rPr>
                        <a:t>  </a:t>
                      </a:r>
                      <a:r>
                        <a:rPr lang="en-US" altLang="zh-TW" sz="1000" dirty="0">
                          <a:solidFill>
                            <a:srgbClr val="434343"/>
                          </a:solidFill>
                          <a:latin typeface="Microsoft JhengHei"/>
                          <a:ea typeface="Microsoft JhengHei"/>
                          <a:cs typeface="Microsoft JhengHei"/>
                          <a:sym typeface="Microsoft JhengHei"/>
                        </a:rPr>
                        <a:t>(</a:t>
                      </a:r>
                      <a:r>
                        <a:rPr lang="zh-TW" altLang="en-US" sz="1000" dirty="0">
                          <a:solidFill>
                            <a:srgbClr val="434343"/>
                          </a:solidFill>
                          <a:latin typeface="Microsoft JhengHei"/>
                          <a:ea typeface="Microsoft JhengHei"/>
                          <a:cs typeface="Microsoft JhengHei"/>
                          <a:sym typeface="Microsoft JhengHei"/>
                        </a:rPr>
                        <a:t>前半段是</a:t>
                      </a:r>
                      <a:r>
                        <a:rPr lang="en-US" altLang="zh-TW" sz="1000" dirty="0">
                          <a:solidFill>
                            <a:srgbClr val="434343"/>
                          </a:solidFill>
                          <a:latin typeface="Microsoft JhengHei"/>
                          <a:ea typeface="Microsoft JhengHei"/>
                          <a:cs typeface="Microsoft JhengHei"/>
                          <a:sym typeface="Microsoft JhengHei"/>
                          <a:hlinkClick r:id="rId4"/>
                        </a:rPr>
                        <a:t>Taylor Swift – </a:t>
                      </a:r>
                      <a:r>
                        <a:rPr lang="en-US" altLang="zh-TW" sz="1000" dirty="0" err="1">
                          <a:solidFill>
                            <a:srgbClr val="434343"/>
                          </a:solidFill>
                          <a:latin typeface="Microsoft JhengHei"/>
                          <a:ea typeface="Microsoft JhengHei"/>
                          <a:cs typeface="Microsoft JhengHei"/>
                          <a:sym typeface="Microsoft JhengHei"/>
                          <a:hlinkClick r:id="rId4"/>
                        </a:rPr>
                        <a:t>Opalite</a:t>
                      </a:r>
                      <a:r>
                        <a:rPr lang="zh-TW" altLang="en-US" sz="1000" dirty="0">
                          <a:solidFill>
                            <a:srgbClr val="434343"/>
                          </a:solidFill>
                          <a:latin typeface="Microsoft JhengHei"/>
                          <a:ea typeface="Microsoft JhengHei"/>
                          <a:cs typeface="Microsoft JhengHei"/>
                          <a:sym typeface="Microsoft JhengHei"/>
                        </a:rPr>
                        <a:t> </a:t>
                      </a:r>
                      <a:r>
                        <a:rPr lang="en-US" altLang="zh-TW" sz="1000" dirty="0">
                          <a:solidFill>
                            <a:srgbClr val="434343"/>
                          </a:solidFill>
                          <a:latin typeface="Microsoft JhengHei"/>
                          <a:ea typeface="Microsoft JhengHei"/>
                          <a:cs typeface="Microsoft JhengHei"/>
                          <a:sym typeface="Microsoft JhengHei"/>
                        </a:rPr>
                        <a:t>3:18</a:t>
                      </a:r>
                      <a:r>
                        <a:rPr lang="zh-TW" altLang="en-US" sz="1000" dirty="0">
                          <a:solidFill>
                            <a:srgbClr val="434343"/>
                          </a:solidFill>
                          <a:latin typeface="Microsoft JhengHei"/>
                          <a:ea typeface="Microsoft JhengHei"/>
                          <a:cs typeface="Microsoft JhengHei"/>
                          <a:sym typeface="Microsoft JhengHei"/>
                        </a:rPr>
                        <a:t>開始；後半段是偏緊張刺激</a:t>
                      </a:r>
                      <a:r>
                        <a:rPr lang="en-US" altLang="zh-TW" sz="1000" dirty="0">
                          <a:solidFill>
                            <a:srgbClr val="434343"/>
                          </a:solidFill>
                          <a:latin typeface="Microsoft JhengHei"/>
                          <a:ea typeface="Microsoft JhengHei"/>
                          <a:cs typeface="Microsoft JhengHei"/>
                          <a:sym typeface="Microsoft JhengHei"/>
                        </a:rPr>
                        <a:t>)</a:t>
                      </a:r>
                      <a:br>
                        <a:rPr lang="en-US" altLang="zh-TW" sz="1000" dirty="0">
                          <a:solidFill>
                            <a:srgbClr val="434343"/>
                          </a:solidFill>
                          <a:latin typeface="Microsoft JhengHei"/>
                          <a:ea typeface="Microsoft JhengHei"/>
                          <a:cs typeface="Microsoft JhengHei"/>
                          <a:sym typeface="Microsoft JhengHei"/>
                        </a:rPr>
                      </a:br>
                      <a:r>
                        <a:rPr lang="en-US" altLang="zh-TW" sz="1000" dirty="0">
                          <a:solidFill>
                            <a:srgbClr val="434343"/>
                          </a:solidFill>
                          <a:latin typeface="Microsoft JhengHei"/>
                          <a:ea typeface="Microsoft JhengHei"/>
                          <a:cs typeface="Microsoft JhengHei"/>
                          <a:sym typeface="Microsoft JhengHei"/>
                        </a:rPr>
                        <a:t>2.</a:t>
                      </a:r>
                      <a:r>
                        <a:rPr lang="zh-TW" altLang="en-US" sz="1000" dirty="0">
                          <a:solidFill>
                            <a:srgbClr val="434343"/>
                          </a:solidFill>
                          <a:latin typeface="Microsoft JhengHei"/>
                          <a:ea typeface="Microsoft JhengHei"/>
                          <a:cs typeface="Microsoft JhengHei"/>
                          <a:sym typeface="Microsoft JhengHei"/>
                        </a:rPr>
                        <a:t> 或是直接對照</a:t>
                      </a:r>
                      <a:r>
                        <a:rPr lang="zh-TW" altLang="en-US" sz="1000" dirty="0"/>
                        <a:t>這個</a:t>
                      </a:r>
                      <a:r>
                        <a:rPr lang="zh-TW" altLang="en-US" sz="1000" dirty="0">
                          <a:hlinkClick r:id="rId5"/>
                        </a:rPr>
                        <a:t>音訊</a:t>
                      </a:r>
                      <a:r>
                        <a:rPr lang="zh-TW" altLang="en-US" sz="1000" dirty="0"/>
                        <a:t>製作畫面</a:t>
                      </a:r>
                      <a:endParaRPr lang="zh-TW" altLang="en-US" sz="1000" dirty="0">
                        <a:solidFill>
                          <a:srgbClr val="434343"/>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4"/>
                  </a:ext>
                </a:extLst>
              </a:tr>
            </a:tbl>
          </a:graphicData>
        </a:graphic>
      </p:graphicFrame>
      <p:grpSp>
        <p:nvGrpSpPr>
          <p:cNvPr id="10" name="群組 9">
            <a:extLst>
              <a:ext uri="{FF2B5EF4-FFF2-40B4-BE49-F238E27FC236}">
                <a16:creationId xmlns:a16="http://schemas.microsoft.com/office/drawing/2014/main" id="{7C57F514-640F-C201-8089-000B44563AA9}"/>
              </a:ext>
            </a:extLst>
          </p:cNvPr>
          <p:cNvGrpSpPr/>
          <p:nvPr/>
        </p:nvGrpSpPr>
        <p:grpSpPr>
          <a:xfrm>
            <a:off x="845128" y="1775077"/>
            <a:ext cx="1911927" cy="1466888"/>
            <a:chOff x="0" y="867603"/>
            <a:chExt cx="3624476" cy="2259133"/>
          </a:xfrm>
        </p:grpSpPr>
        <p:pic>
          <p:nvPicPr>
            <p:cNvPr id="3" name="圖片 2" descr="桃園機場航廈指南｜往返第一航廈、第二航廈的3種免費交通，跑錯航廈也不怕- XINMEDIA欣傳媒｜最懂生活的咖">
              <a:extLst>
                <a:ext uri="{FF2B5EF4-FFF2-40B4-BE49-F238E27FC236}">
                  <a16:creationId xmlns:a16="http://schemas.microsoft.com/office/drawing/2014/main" id="{D4C251D2-C973-2DFE-1595-C38DD370A3D3}"/>
                </a:ext>
              </a:extLst>
            </p:cNvPr>
            <p:cNvPicPr>
              <a:picLocks noChangeAspect="1"/>
            </p:cNvPicPr>
            <p:nvPr/>
          </p:nvPicPr>
          <p:blipFill>
            <a:blip r:embed="rId6"/>
            <a:stretch>
              <a:fillRect/>
            </a:stretch>
          </p:blipFill>
          <p:spPr>
            <a:xfrm>
              <a:off x="0" y="867603"/>
              <a:ext cx="3624476" cy="2039398"/>
            </a:xfrm>
            <a:prstGeom prst="rect">
              <a:avLst/>
            </a:prstGeom>
          </p:spPr>
        </p:pic>
        <p:pic>
          <p:nvPicPr>
            <p:cNvPr id="4" name="圖片 3">
              <a:extLst>
                <a:ext uri="{FF2B5EF4-FFF2-40B4-BE49-F238E27FC236}">
                  <a16:creationId xmlns:a16="http://schemas.microsoft.com/office/drawing/2014/main" id="{C49AE9E8-501E-0931-699D-41E20F1B631B}"/>
                </a:ext>
              </a:extLst>
            </p:cNvPr>
            <p:cNvPicPr>
              <a:picLocks noChangeAspect="1"/>
            </p:cNvPicPr>
            <p:nvPr/>
          </p:nvPicPr>
          <p:blipFill>
            <a:blip r:embed="rId7"/>
            <a:stretch>
              <a:fillRect/>
            </a:stretch>
          </p:blipFill>
          <p:spPr>
            <a:xfrm flipH="1">
              <a:off x="1621738" y="1475509"/>
              <a:ext cx="1210327" cy="1421301"/>
            </a:xfrm>
            <a:prstGeom prst="rect">
              <a:avLst/>
            </a:prstGeom>
          </p:spPr>
        </p:pic>
        <p:pic>
          <p:nvPicPr>
            <p:cNvPr id="5" name="圖片 4">
              <a:extLst>
                <a:ext uri="{FF2B5EF4-FFF2-40B4-BE49-F238E27FC236}">
                  <a16:creationId xmlns:a16="http://schemas.microsoft.com/office/drawing/2014/main" id="{A7D76A78-4C91-EB21-43DD-4069BE99A4E9}"/>
                </a:ext>
              </a:extLst>
            </p:cNvPr>
            <p:cNvPicPr>
              <a:picLocks noChangeAspect="1"/>
            </p:cNvPicPr>
            <p:nvPr/>
          </p:nvPicPr>
          <p:blipFill>
            <a:blip r:embed="rId8"/>
            <a:stretch>
              <a:fillRect/>
            </a:stretch>
          </p:blipFill>
          <p:spPr>
            <a:xfrm>
              <a:off x="928279" y="1662926"/>
              <a:ext cx="1069127" cy="1244075"/>
            </a:xfrm>
            <a:prstGeom prst="rect">
              <a:avLst/>
            </a:prstGeom>
          </p:spPr>
        </p:pic>
        <p:pic>
          <p:nvPicPr>
            <p:cNvPr id="6" name="圖片 5" descr="holiday luggage bag game pixel art vector illustration 23874400 Vector Art  at Vecteezy">
              <a:extLst>
                <a:ext uri="{FF2B5EF4-FFF2-40B4-BE49-F238E27FC236}">
                  <a16:creationId xmlns:a16="http://schemas.microsoft.com/office/drawing/2014/main" id="{4E724797-B56B-FDE5-5CA4-448FB4B0BB4D}"/>
                </a:ext>
              </a:extLst>
            </p:cNvPr>
            <p:cNvPicPr>
              <a:picLocks noChangeAspect="1"/>
            </p:cNvPicPr>
            <p:nvPr/>
          </p:nvPicPr>
          <p:blipFill>
            <a:blip r:embed="rId9"/>
            <a:stretch/>
          </p:blipFill>
          <p:spPr>
            <a:xfrm flipH="1">
              <a:off x="2288314" y="2101899"/>
              <a:ext cx="805102" cy="805102"/>
            </a:xfrm>
            <a:prstGeom prst="rect">
              <a:avLst/>
            </a:prstGeom>
          </p:spPr>
        </p:pic>
        <p:sp>
          <p:nvSpPr>
            <p:cNvPr id="7" name="文字方塊 6">
              <a:extLst>
                <a:ext uri="{FF2B5EF4-FFF2-40B4-BE49-F238E27FC236}">
                  <a16:creationId xmlns:a16="http://schemas.microsoft.com/office/drawing/2014/main" id="{8BCB2205-42B1-AEC3-945A-4CF8EF5768D5}"/>
                </a:ext>
              </a:extLst>
            </p:cNvPr>
            <p:cNvSpPr txBox="1"/>
            <p:nvPr/>
          </p:nvSpPr>
          <p:spPr>
            <a:xfrm>
              <a:off x="886952" y="957487"/>
              <a:ext cx="1840921" cy="30810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700" b="1" dirty="0">
                  <a:solidFill>
                    <a:schemeClr val="dk1"/>
                  </a:solidFill>
                  <a:latin typeface="Microsoft JhengHei"/>
                  <a:ea typeface="Microsoft JhengHei"/>
                  <a:cs typeface="Microsoft JhengHei"/>
                  <a:sym typeface="Microsoft JhengHei"/>
                </a:rPr>
                <a:t>POV:</a:t>
              </a:r>
              <a:r>
                <a:rPr lang="zh-TW" altLang="en-US" sz="700" b="1" dirty="0">
                  <a:solidFill>
                    <a:schemeClr val="dk1"/>
                  </a:solidFill>
                  <a:latin typeface="Microsoft JhengHei"/>
                  <a:ea typeface="Microsoft JhengHei"/>
                  <a:cs typeface="Microsoft JhengHei"/>
                  <a:sym typeface="Microsoft JhengHei"/>
                </a:rPr>
                <a:t> 出國最佳旅伴</a:t>
              </a:r>
              <a:endParaRPr lang="zh-TW" altLang="en-US" sz="700" dirty="0"/>
            </a:p>
          </p:txBody>
        </p:sp>
        <p:pic>
          <p:nvPicPr>
            <p:cNvPr id="8" name="圖片 7">
              <a:extLst>
                <a:ext uri="{FF2B5EF4-FFF2-40B4-BE49-F238E27FC236}">
                  <a16:creationId xmlns:a16="http://schemas.microsoft.com/office/drawing/2014/main" id="{D3392098-CD2B-2C2A-A1B8-16D52E44F0F6}"/>
                </a:ext>
              </a:extLst>
            </p:cNvPr>
            <p:cNvPicPr>
              <a:picLocks noChangeAspect="1"/>
            </p:cNvPicPr>
            <p:nvPr/>
          </p:nvPicPr>
          <p:blipFill>
            <a:blip r:embed="rId10"/>
            <a:stretch>
              <a:fillRect/>
            </a:stretch>
          </p:blipFill>
          <p:spPr>
            <a:xfrm flipH="1">
              <a:off x="1026458" y="2100677"/>
              <a:ext cx="805102" cy="1006378"/>
            </a:xfrm>
            <a:prstGeom prst="rect">
              <a:avLst/>
            </a:prstGeom>
          </p:spPr>
        </p:pic>
        <p:pic>
          <p:nvPicPr>
            <p:cNvPr id="9" name="圖片 8">
              <a:extLst>
                <a:ext uri="{FF2B5EF4-FFF2-40B4-BE49-F238E27FC236}">
                  <a16:creationId xmlns:a16="http://schemas.microsoft.com/office/drawing/2014/main" id="{522F53EE-9C0C-4CA4-B136-09995F983153}"/>
                </a:ext>
              </a:extLst>
            </p:cNvPr>
            <p:cNvPicPr>
              <a:picLocks noChangeAspect="1"/>
            </p:cNvPicPr>
            <p:nvPr/>
          </p:nvPicPr>
          <p:blipFill>
            <a:blip r:embed="rId11"/>
            <a:stretch>
              <a:fillRect/>
            </a:stretch>
          </p:blipFill>
          <p:spPr>
            <a:xfrm>
              <a:off x="1766943" y="1929078"/>
              <a:ext cx="958127" cy="1197658"/>
            </a:xfrm>
            <a:prstGeom prst="rect">
              <a:avLst/>
            </a:prstGeom>
          </p:spPr>
        </p:pic>
      </p:grpSp>
      <p:pic>
        <p:nvPicPr>
          <p:cNvPr id="11" name="圖片 10">
            <a:extLst>
              <a:ext uri="{FF2B5EF4-FFF2-40B4-BE49-F238E27FC236}">
                <a16:creationId xmlns:a16="http://schemas.microsoft.com/office/drawing/2014/main" id="{A33DBE42-CFDC-5431-98AD-520A1B446246}"/>
              </a:ext>
            </a:extLst>
          </p:cNvPr>
          <p:cNvPicPr>
            <a:picLocks noChangeAspect="1"/>
          </p:cNvPicPr>
          <p:nvPr/>
        </p:nvPicPr>
        <p:blipFill>
          <a:blip r:embed="rId12"/>
          <a:stretch>
            <a:fillRect/>
          </a:stretch>
        </p:blipFill>
        <p:spPr>
          <a:xfrm>
            <a:off x="3147664" y="1622160"/>
            <a:ext cx="1459645" cy="1607026"/>
          </a:xfrm>
          <a:prstGeom prst="rect">
            <a:avLst/>
          </a:prstGeom>
        </p:spPr>
      </p:pic>
      <p:pic>
        <p:nvPicPr>
          <p:cNvPr id="15" name="圖片 14">
            <a:extLst>
              <a:ext uri="{FF2B5EF4-FFF2-40B4-BE49-F238E27FC236}">
                <a16:creationId xmlns:a16="http://schemas.microsoft.com/office/drawing/2014/main" id="{20FAC874-3891-7566-F6DA-8A98F0B1B2F4}"/>
              </a:ext>
            </a:extLst>
          </p:cNvPr>
          <p:cNvPicPr>
            <a:picLocks noChangeAspect="1"/>
          </p:cNvPicPr>
          <p:nvPr/>
        </p:nvPicPr>
        <p:blipFill>
          <a:blip r:embed="rId13"/>
          <a:stretch>
            <a:fillRect/>
          </a:stretch>
        </p:blipFill>
        <p:spPr>
          <a:xfrm>
            <a:off x="7131080" y="1885662"/>
            <a:ext cx="1976209" cy="1080021"/>
          </a:xfrm>
          <a:prstGeom prst="rect">
            <a:avLst/>
          </a:prstGeom>
        </p:spPr>
      </p:pic>
      <p:pic>
        <p:nvPicPr>
          <p:cNvPr id="12" name="圖片 11">
            <a:extLst>
              <a:ext uri="{FF2B5EF4-FFF2-40B4-BE49-F238E27FC236}">
                <a16:creationId xmlns:a16="http://schemas.microsoft.com/office/drawing/2014/main" id="{6D0460A5-1BF0-969B-D56E-7F4C479EF907}"/>
              </a:ext>
            </a:extLst>
          </p:cNvPr>
          <p:cNvPicPr>
            <a:picLocks noChangeAspect="1"/>
          </p:cNvPicPr>
          <p:nvPr/>
        </p:nvPicPr>
        <p:blipFill>
          <a:blip r:embed="rId14"/>
          <a:stretch>
            <a:fillRect/>
          </a:stretch>
        </p:blipFill>
        <p:spPr>
          <a:xfrm>
            <a:off x="5278054" y="1514449"/>
            <a:ext cx="1493710" cy="20011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graphicFrame>
        <p:nvGraphicFramePr>
          <p:cNvPr id="76" name="Google Shape;76;p17"/>
          <p:cNvGraphicFramePr/>
          <p:nvPr>
            <p:extLst>
              <p:ext uri="{D42A27DB-BD31-4B8C-83A1-F6EECF244321}">
                <p14:modId xmlns:p14="http://schemas.microsoft.com/office/powerpoint/2010/main" val="1050484240"/>
              </p:ext>
            </p:extLst>
          </p:nvPr>
        </p:nvGraphicFramePr>
        <p:xfrm>
          <a:off x="3614775" y="0"/>
          <a:ext cx="5529225" cy="5055815"/>
        </p:xfrm>
        <a:graphic>
          <a:graphicData uri="http://schemas.openxmlformats.org/drawingml/2006/table">
            <a:tbl>
              <a:tblPr>
                <a:noFill/>
                <a:tableStyleId>{D27BCB22-5DEB-4D4A-AEB1-C0894EA97893}</a:tableStyleId>
              </a:tblPr>
              <a:tblGrid>
                <a:gridCol w="850825">
                  <a:extLst>
                    <a:ext uri="{9D8B030D-6E8A-4147-A177-3AD203B41FA5}">
                      <a16:colId xmlns:a16="http://schemas.microsoft.com/office/drawing/2014/main" val="20000"/>
                    </a:ext>
                  </a:extLst>
                </a:gridCol>
                <a:gridCol w="2938050">
                  <a:extLst>
                    <a:ext uri="{9D8B030D-6E8A-4147-A177-3AD203B41FA5}">
                      <a16:colId xmlns:a16="http://schemas.microsoft.com/office/drawing/2014/main" val="20001"/>
                    </a:ext>
                  </a:extLst>
                </a:gridCol>
                <a:gridCol w="1142525">
                  <a:extLst>
                    <a:ext uri="{9D8B030D-6E8A-4147-A177-3AD203B41FA5}">
                      <a16:colId xmlns:a16="http://schemas.microsoft.com/office/drawing/2014/main" val="20002"/>
                    </a:ext>
                  </a:extLst>
                </a:gridCol>
                <a:gridCol w="597825">
                  <a:extLst>
                    <a:ext uri="{9D8B030D-6E8A-4147-A177-3AD203B41FA5}">
                      <a16:colId xmlns:a16="http://schemas.microsoft.com/office/drawing/2014/main" val="20003"/>
                    </a:ext>
                  </a:extLst>
                </a:gridCol>
              </a:tblGrid>
              <a:tr h="345000">
                <a:tc>
                  <a:txBody>
                    <a:bodyPr/>
                    <a:lstStyle/>
                    <a:p>
                      <a:pPr marL="0" lvl="0" indent="0" algn="l" rtl="0">
                        <a:spcBef>
                          <a:spcPts val="0"/>
                        </a:spcBef>
                        <a:spcAft>
                          <a:spcPts val="0"/>
                        </a:spcAft>
                        <a:buClr>
                          <a:schemeClr val="dk1"/>
                        </a:buClr>
                        <a:buSzPts val="1100"/>
                        <a:buFont typeface="Arial"/>
                        <a:buNone/>
                      </a:pPr>
                      <a:r>
                        <a:rPr lang="zh-TW" sz="1000" b="1">
                          <a:solidFill>
                            <a:schemeClr val="lt1"/>
                          </a:solidFill>
                          <a:latin typeface="Microsoft JhengHei"/>
                          <a:ea typeface="Microsoft JhengHei"/>
                          <a:cs typeface="Microsoft JhengHei"/>
                          <a:sym typeface="Microsoft JhengHei"/>
                        </a:rPr>
                        <a:t>排版物件</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說明 ／ 資料庫連結</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背景</a:t>
                      </a:r>
                      <a:endParaRPr lang="en-US"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桃園機場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或看得出來是機場即可</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貓</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en-US" sz="800" dirty="0">
                          <a:solidFill>
                            <a:schemeClr val="dk1"/>
                          </a:solidFill>
                          <a:latin typeface="Microsoft JhengHei"/>
                          <a:ea typeface="Microsoft JhengHei"/>
                          <a:cs typeface="Microsoft JhengHei"/>
                          <a:sym typeface="Microsoft JhengHei"/>
                        </a:rPr>
                        <a:t>X:\grp.product.art.check\【</a:t>
                      </a:r>
                      <a:r>
                        <a:rPr lang="zh-TW" altLang="en-US" sz="800" dirty="0">
                          <a:solidFill>
                            <a:schemeClr val="dk1"/>
                          </a:solidFill>
                          <a:latin typeface="Microsoft JhengHei"/>
                          <a:ea typeface="Microsoft JhengHei"/>
                          <a:cs typeface="Microsoft JhengHei"/>
                          <a:sym typeface="Microsoft JhengHei"/>
                        </a:rPr>
                        <a:t>貓咖</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劇情對話貓</a:t>
                      </a:r>
                      <a:endParaRPr lang="en-US" altLang="zh-TW" sz="800" dirty="0">
                        <a:solidFill>
                          <a:schemeClr val="dk1"/>
                        </a:solidFill>
                        <a:latin typeface="Microsoft JhengHei"/>
                        <a:ea typeface="Microsoft JhengHei"/>
                        <a:cs typeface="Microsoft JhengHei"/>
                        <a:sym typeface="Microsoft JhengHei"/>
                      </a:endParaRPr>
                    </a:p>
                    <a:p>
                      <a:pPr marL="171450" lvl="0" indent="-171450" algn="l" rtl="0">
                        <a:spcBef>
                          <a:spcPts val="0"/>
                        </a:spcBef>
                        <a:spcAft>
                          <a:spcPts val="0"/>
                        </a:spcAft>
                        <a:buFontTx/>
                        <a:buChar char="-"/>
                      </a:pPr>
                      <a:r>
                        <a:rPr lang="en-US" altLang="zh-TW" sz="800" dirty="0">
                          <a:solidFill>
                            <a:schemeClr val="dk1"/>
                          </a:solidFill>
                          <a:latin typeface="Microsoft JhengHei"/>
                          <a:ea typeface="Microsoft JhengHei"/>
                          <a:cs typeface="Microsoft JhengHei"/>
                          <a:sym typeface="Microsoft JhengHei"/>
                        </a:rPr>
                        <a:t>Customer_0004_skin00_distressed</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無言或是擺臭臉</a:t>
                      </a:r>
                      <a:r>
                        <a:rPr lang="en-US" altLang="zh-TW" sz="800" dirty="0">
                          <a:solidFill>
                            <a:schemeClr val="dk1"/>
                          </a:solidFill>
                          <a:latin typeface="Microsoft JhengHei"/>
                          <a:ea typeface="Microsoft JhengHei"/>
                          <a:cs typeface="Microsoft JhengHei"/>
                          <a:sym typeface="Microsoft JhengHei"/>
                        </a:rPr>
                        <a:t>)</a:t>
                      </a:r>
                    </a:p>
                    <a:p>
                      <a:pPr marL="171450" lvl="0" indent="-171450" algn="l" rtl="0">
                        <a:spcBef>
                          <a:spcPts val="0"/>
                        </a:spcBef>
                        <a:spcAft>
                          <a:spcPts val="0"/>
                        </a:spcAft>
                        <a:buFontTx/>
                        <a:buChar char="-"/>
                      </a:pPr>
                      <a:r>
                        <a:rPr lang="zh-TW" altLang="en-US" sz="800" dirty="0">
                          <a:solidFill>
                            <a:schemeClr val="dk1"/>
                          </a:solidFill>
                          <a:latin typeface="Microsoft JhengHei"/>
                          <a:ea typeface="Microsoft JhengHei"/>
                          <a:cs typeface="Microsoft JhengHei"/>
                          <a:sym typeface="Microsoft JhengHei"/>
                        </a:rPr>
                        <a:t>穿</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bo_99</a:t>
                      </a:r>
                    </a:p>
                    <a:p>
                      <a:pPr marL="171450" lvl="0" indent="-171450" algn="l" rtl="0">
                        <a:spcBef>
                          <a:spcPts val="0"/>
                        </a:spcBef>
                        <a:spcAft>
                          <a:spcPts val="0"/>
                        </a:spcAft>
                        <a:buFontTx/>
                        <a:buChar char="-"/>
                      </a:pPr>
                      <a:r>
                        <a:rPr lang="en-US" altLang="zh-TW" sz="800" dirty="0">
                          <a:solidFill>
                            <a:schemeClr val="dk1"/>
                          </a:solidFill>
                          <a:latin typeface="Microsoft JhengHei"/>
                          <a:ea typeface="Microsoft JhengHei"/>
                          <a:cs typeface="Microsoft JhengHei"/>
                          <a:sym typeface="Microsoft JhengHei"/>
                        </a:rPr>
                        <a:t>Customer_0003_skin00</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但表情參考上班貓 </a:t>
                      </a:r>
                      <a:r>
                        <a:rPr lang="en-US" altLang="zh-TW" sz="800" dirty="0">
                          <a:solidFill>
                            <a:schemeClr val="dk1"/>
                          </a:solidFill>
                          <a:latin typeface="Microsoft JhengHei"/>
                          <a:ea typeface="Microsoft JhengHei"/>
                          <a:cs typeface="Microsoft JhengHei"/>
                          <a:sym typeface="Microsoft JhengHei"/>
                        </a:rPr>
                        <a:t>-&gt;)</a:t>
                      </a:r>
                    </a:p>
                    <a:p>
                      <a:pPr marL="171450" lvl="0" indent="-171450" algn="l" rtl="0">
                        <a:spcBef>
                          <a:spcPts val="0"/>
                        </a:spcBef>
                        <a:spcAft>
                          <a:spcPts val="0"/>
                        </a:spcAft>
                        <a:buFontTx/>
                        <a:buChar char="-"/>
                      </a:pPr>
                      <a:r>
                        <a:rPr lang="zh-TW" altLang="en-US" sz="800" dirty="0">
                          <a:solidFill>
                            <a:schemeClr val="dk1"/>
                          </a:solidFill>
                          <a:latin typeface="Microsoft JhengHei"/>
                          <a:ea typeface="Microsoft JhengHei"/>
                          <a:cs typeface="Microsoft JhengHei"/>
                          <a:sym typeface="Microsoft JhengHei"/>
                        </a:rPr>
                        <a:t>穿</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bo_219</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2"/>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行李箱</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阿光負責拿行李</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3"/>
                  </a:ext>
                </a:extLst>
              </a:tr>
              <a:tr h="423400">
                <a:tc>
                  <a:txBody>
                    <a:bodyPr/>
                    <a:lstStyle/>
                    <a:p>
                      <a:pPr marL="0" lvl="0" indent="0" algn="l" rtl="0">
                        <a:spcBef>
                          <a:spcPts val="0"/>
                        </a:spcBef>
                        <a:spcAft>
                          <a:spcPts val="0"/>
                        </a:spcAft>
                        <a:buNone/>
                      </a:pPr>
                      <a:endParaRPr sz="80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4"/>
                  </a:ext>
                </a:extLst>
              </a:tr>
              <a:tr h="345000">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視角／鏡位</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動態說明</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文案/ 對白</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5"/>
                  </a:ext>
                </a:extLst>
              </a:tr>
              <a:tr h="459975">
                <a:tc>
                  <a:txBody>
                    <a:bodyPr/>
                    <a:lstStyle/>
                    <a:p>
                      <a:pPr marL="0" lvl="0" indent="0" algn="l" rtl="0">
                        <a:spcBef>
                          <a:spcPts val="0"/>
                        </a:spcBef>
                        <a:spcAft>
                          <a:spcPts val="0"/>
                        </a:spcAft>
                        <a:buNone/>
                      </a:pPr>
                      <a:r>
                        <a:rPr lang="zh-TW" sz="800" dirty="0">
                          <a:solidFill>
                            <a:srgbClr val="434343"/>
                          </a:solidFill>
                          <a:latin typeface="Microsoft JhengHei"/>
                          <a:ea typeface="Microsoft JhengHei"/>
                          <a:cs typeface="Microsoft JhengHei"/>
                          <a:sym typeface="Microsoft JhengHei"/>
                        </a:rPr>
                        <a:t>平視／中景</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兩隻貓貓分別從兩側走入畫面中央</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最上方文字</a:t>
                      </a:r>
                      <a:r>
                        <a:rPr lang="en-US" altLang="zh-TW" sz="800" dirty="0">
                          <a:solidFill>
                            <a:schemeClr val="dk1"/>
                          </a:solidFill>
                          <a:latin typeface="Microsoft JhengHei"/>
                          <a:ea typeface="Microsoft JhengHei"/>
                          <a:cs typeface="Microsoft JhengHei"/>
                          <a:sym typeface="Microsoft JhengHei"/>
                        </a:rPr>
                        <a:t>:</a:t>
                      </a:r>
                      <a:br>
                        <a:rPr lang="en-US" altLang="zh-TW" sz="800" dirty="0">
                          <a:solidFill>
                            <a:schemeClr val="dk1"/>
                          </a:solidFill>
                          <a:latin typeface="Microsoft JhengHei"/>
                          <a:ea typeface="Microsoft JhengHei"/>
                          <a:cs typeface="Microsoft JhengHei"/>
                          <a:sym typeface="Microsoft JhengHei"/>
                        </a:rPr>
                      </a:br>
                      <a:r>
                        <a:rPr lang="en-US" altLang="zh-TW" sz="800" b="1" dirty="0">
                          <a:solidFill>
                            <a:schemeClr val="dk1"/>
                          </a:solidFill>
                          <a:latin typeface="Microsoft JhengHei"/>
                          <a:ea typeface="Microsoft JhengHei"/>
                          <a:cs typeface="Microsoft JhengHei"/>
                          <a:sym typeface="Microsoft JhengHei"/>
                        </a:rPr>
                        <a:t>POV:</a:t>
                      </a:r>
                      <a:r>
                        <a:rPr lang="zh-TW" altLang="en-US" sz="800" b="1" dirty="0">
                          <a:solidFill>
                            <a:schemeClr val="dk1"/>
                          </a:solidFill>
                          <a:latin typeface="Microsoft JhengHei"/>
                          <a:ea typeface="Microsoft JhengHei"/>
                          <a:cs typeface="Microsoft JhengHei"/>
                          <a:sym typeface="Microsoft JhengHei"/>
                        </a:rPr>
                        <a:t> 出國最佳旅伴</a:t>
                      </a:r>
                      <a:endParaRPr sz="800" b="1"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2-3s</a:t>
                      </a:r>
                      <a:endParaRPr sz="8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59975">
                <a:tc>
                  <a:txBody>
                    <a:bodyPr/>
                    <a:lstStyle/>
                    <a:p>
                      <a:pPr marL="0" lvl="0" indent="0" algn="l" rtl="0">
                        <a:spcBef>
                          <a:spcPts val="0"/>
                        </a:spcBef>
                        <a:spcAft>
                          <a:spcPts val="0"/>
                        </a:spcAft>
                        <a:buNone/>
                      </a:pPr>
                      <a:endParaRPr sz="80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59975">
                <a:tc>
                  <a:txBody>
                    <a:bodyPr/>
                    <a:lstStyle/>
                    <a:p>
                      <a:pPr marL="0" lvl="0" indent="0" algn="l" rtl="0">
                        <a:spcBef>
                          <a:spcPts val="0"/>
                        </a:spcBef>
                        <a:spcAft>
                          <a:spcPts val="0"/>
                        </a:spcAft>
                        <a:buNone/>
                      </a:pP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9"/>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音樂</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en-US" altLang="zh-TW" sz="800" dirty="0">
                          <a:solidFill>
                            <a:srgbClr val="434343"/>
                          </a:solidFill>
                          <a:latin typeface="Microsoft JhengHei"/>
                          <a:ea typeface="Microsoft JhengHei"/>
                          <a:cs typeface="Microsoft JhengHei"/>
                          <a:sym typeface="Microsoft JhengHei"/>
                          <a:hlinkClick r:id="rId3"/>
                        </a:rPr>
                        <a:t>Taylor Swift – </a:t>
                      </a:r>
                      <a:r>
                        <a:rPr lang="en-US" altLang="zh-TW" sz="800" dirty="0" err="1">
                          <a:solidFill>
                            <a:srgbClr val="434343"/>
                          </a:solidFill>
                          <a:latin typeface="Microsoft JhengHei"/>
                          <a:ea typeface="Microsoft JhengHei"/>
                          <a:cs typeface="Microsoft JhengHei"/>
                          <a:sym typeface="Microsoft JhengHei"/>
                          <a:hlinkClick r:id="rId3"/>
                        </a:rPr>
                        <a:t>Opalite</a:t>
                      </a:r>
                      <a:r>
                        <a:rPr lang="en-US" altLang="zh-TW" sz="800" dirty="0">
                          <a:solidFill>
                            <a:srgbClr val="434343"/>
                          </a:solidFill>
                          <a:latin typeface="Microsoft JhengHei"/>
                          <a:ea typeface="Microsoft JhengHei"/>
                          <a:cs typeface="Microsoft JhengHei"/>
                          <a:sym typeface="Microsoft JhengHei"/>
                        </a:rPr>
                        <a:t> 3:18</a:t>
                      </a:r>
                      <a:r>
                        <a:rPr lang="zh-TW" altLang="en-US" sz="800" dirty="0">
                          <a:solidFill>
                            <a:srgbClr val="434343"/>
                          </a:solidFill>
                          <a:latin typeface="Microsoft JhengHei"/>
                          <a:ea typeface="Microsoft JhengHei"/>
                          <a:cs typeface="Microsoft JhengHei"/>
                          <a:sym typeface="Microsoft JhengHei"/>
                        </a:rPr>
                        <a:t>開始</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0"/>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音效</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X</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1"/>
                  </a:ext>
                </a:extLst>
              </a:tr>
            </a:tbl>
          </a:graphicData>
        </a:graphic>
      </p:graphicFrame>
      <p:graphicFrame>
        <p:nvGraphicFramePr>
          <p:cNvPr id="77" name="Google Shape;77;p17"/>
          <p:cNvGraphicFramePr/>
          <p:nvPr/>
        </p:nvGraphicFramePr>
        <p:xfrm>
          <a:off x="-12" y="335238"/>
          <a:ext cx="3614775" cy="4808250"/>
        </p:xfrm>
        <a:graphic>
          <a:graphicData uri="http://schemas.openxmlformats.org/drawingml/2006/table">
            <a:tbl>
              <a:tblPr>
                <a:noFill/>
                <a:tableStyleId>{D27BCB22-5DEB-4D4A-AEB1-C0894EA97893}</a:tableStyleId>
              </a:tblPr>
              <a:tblGrid>
                <a:gridCol w="1278700">
                  <a:extLst>
                    <a:ext uri="{9D8B030D-6E8A-4147-A177-3AD203B41FA5}">
                      <a16:colId xmlns:a16="http://schemas.microsoft.com/office/drawing/2014/main" val="20000"/>
                    </a:ext>
                  </a:extLst>
                </a:gridCol>
                <a:gridCol w="518800">
                  <a:extLst>
                    <a:ext uri="{9D8B030D-6E8A-4147-A177-3AD203B41FA5}">
                      <a16:colId xmlns:a16="http://schemas.microsoft.com/office/drawing/2014/main" val="20001"/>
                    </a:ext>
                  </a:extLst>
                </a:gridCol>
                <a:gridCol w="1817275">
                  <a:extLst>
                    <a:ext uri="{9D8B030D-6E8A-4147-A177-3AD203B41FA5}">
                      <a16:colId xmlns:a16="http://schemas.microsoft.com/office/drawing/2014/main" val="20002"/>
                    </a:ext>
                  </a:extLst>
                </a:gridCol>
              </a:tblGrid>
              <a:tr h="1158875">
                <a:tc rowSpan="2" gridSpan="3">
                  <a:txBody>
                    <a:bodyPr/>
                    <a:lstStyle/>
                    <a:p>
                      <a:pPr marL="0" lvl="0" indent="0" algn="l" rtl="0">
                        <a:lnSpc>
                          <a:spcPct val="60000"/>
                        </a:lnSpc>
                        <a:spcBef>
                          <a:spcPts val="0"/>
                        </a:spcBef>
                        <a:spcAft>
                          <a:spcPts val="0"/>
                        </a:spcAft>
                        <a:buNone/>
                      </a:pPr>
                      <a:endParaRPr sz="800" dirty="0">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hMerge="1">
                  <a:txBody>
                    <a:bodyPr/>
                    <a:lstStyle/>
                    <a:p>
                      <a:endParaRPr lang="zh-TW"/>
                    </a:p>
                  </a:txBody>
                  <a:tcPr/>
                </a:tc>
                <a:tc rowSpan="2" hMerge="1">
                  <a:txBody>
                    <a:bodyPr/>
                    <a:lstStyle/>
                    <a:p>
                      <a:endParaRPr lang="zh-TW"/>
                    </a:p>
                  </a:txBody>
                  <a:tcPr/>
                </a:tc>
                <a:extLst>
                  <a:ext uri="{0D108BD9-81ED-4DB2-BD59-A6C34878D82A}">
                    <a16:rowId xmlns:a16="http://schemas.microsoft.com/office/drawing/2014/main" val="10000"/>
                  </a:ext>
                </a:extLst>
              </a:tr>
              <a:tr h="3649375">
                <a:tc gridSpan="3" vMerge="1">
                  <a:txBody>
                    <a:bodyPr/>
                    <a:lstStyle/>
                    <a:p>
                      <a:endParaRPr lang="zh-TW"/>
                    </a:p>
                  </a:txBody>
                  <a:tcPr/>
                </a:tc>
                <a:tc hMerge="1" vMerge="1">
                  <a:txBody>
                    <a:bodyPr/>
                    <a:lstStyle/>
                    <a:p>
                      <a:endParaRPr lang="zh-TW"/>
                    </a:p>
                  </a:txBody>
                  <a:tcPr/>
                </a:tc>
                <a:tc hMerge="1" vMerge="1">
                  <a:txBody>
                    <a:bodyPr/>
                    <a:lstStyle/>
                    <a:p>
                      <a:endParaRPr lang="zh-TW"/>
                    </a:p>
                  </a:txBody>
                  <a:tcPr/>
                </a:tc>
                <a:extLst>
                  <a:ext uri="{0D108BD9-81ED-4DB2-BD59-A6C34878D82A}">
                    <a16:rowId xmlns:a16="http://schemas.microsoft.com/office/drawing/2014/main" val="10001"/>
                  </a:ext>
                </a:extLst>
              </a:tr>
            </a:tbl>
          </a:graphicData>
        </a:graphic>
      </p:graphicFrame>
      <p:graphicFrame>
        <p:nvGraphicFramePr>
          <p:cNvPr id="78" name="Google Shape;78;p17"/>
          <p:cNvGraphicFramePr/>
          <p:nvPr>
            <p:extLst>
              <p:ext uri="{D42A27DB-BD31-4B8C-83A1-F6EECF244321}">
                <p14:modId xmlns:p14="http://schemas.microsoft.com/office/powerpoint/2010/main" val="566865641"/>
              </p:ext>
            </p:extLst>
          </p:nvPr>
        </p:nvGraphicFramePr>
        <p:xfrm>
          <a:off x="0" y="0"/>
          <a:ext cx="3614775" cy="335250"/>
        </p:xfrm>
        <a:graphic>
          <a:graphicData uri="http://schemas.openxmlformats.org/drawingml/2006/table">
            <a:tbl>
              <a:tblPr>
                <a:noFill/>
                <a:tableStyleId>{D27BCB22-5DEB-4D4A-AEB1-C0894EA97893}</a:tableStyleId>
              </a:tblPr>
              <a:tblGrid>
                <a:gridCol w="478650">
                  <a:extLst>
                    <a:ext uri="{9D8B030D-6E8A-4147-A177-3AD203B41FA5}">
                      <a16:colId xmlns:a16="http://schemas.microsoft.com/office/drawing/2014/main" val="20000"/>
                    </a:ext>
                  </a:extLst>
                </a:gridCol>
                <a:gridCol w="800050">
                  <a:extLst>
                    <a:ext uri="{9D8B030D-6E8A-4147-A177-3AD203B41FA5}">
                      <a16:colId xmlns:a16="http://schemas.microsoft.com/office/drawing/2014/main" val="20001"/>
                    </a:ext>
                  </a:extLst>
                </a:gridCol>
                <a:gridCol w="518800">
                  <a:extLst>
                    <a:ext uri="{9D8B030D-6E8A-4147-A177-3AD203B41FA5}">
                      <a16:colId xmlns:a16="http://schemas.microsoft.com/office/drawing/2014/main" val="20002"/>
                    </a:ext>
                  </a:extLst>
                </a:gridCol>
                <a:gridCol w="1817275">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分鏡</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1</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altLang="zh-TW" sz="1000" b="1" dirty="0">
                          <a:solidFill>
                            <a:schemeClr val="lt1"/>
                          </a:solidFill>
                          <a:latin typeface="Microsoft JhengHei"/>
                          <a:ea typeface="Microsoft JhengHei"/>
                          <a:cs typeface="Microsoft JhengHei"/>
                          <a:sym typeface="Microsoft JhengHei"/>
                        </a:rPr>
                        <a:t>2-3s</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extLst>
                  <a:ext uri="{0D108BD9-81ED-4DB2-BD59-A6C34878D82A}">
                    <a16:rowId xmlns:a16="http://schemas.microsoft.com/office/drawing/2014/main" val="10000"/>
                  </a:ext>
                </a:extLst>
              </a:tr>
            </a:tbl>
          </a:graphicData>
        </a:graphic>
      </p:graphicFrame>
      <p:pic>
        <p:nvPicPr>
          <p:cNvPr id="3" name="圖片 2">
            <a:extLst>
              <a:ext uri="{FF2B5EF4-FFF2-40B4-BE49-F238E27FC236}">
                <a16:creationId xmlns:a16="http://schemas.microsoft.com/office/drawing/2014/main" id="{FA8E006A-6F7A-C079-9BE2-F9532835C3F5}"/>
              </a:ext>
            </a:extLst>
          </p:cNvPr>
          <p:cNvPicPr>
            <a:picLocks noChangeAspect="1"/>
          </p:cNvPicPr>
          <p:nvPr/>
        </p:nvPicPr>
        <p:blipFill>
          <a:blip r:embed="rId4"/>
          <a:stretch>
            <a:fillRect/>
          </a:stretch>
        </p:blipFill>
        <p:spPr>
          <a:xfrm>
            <a:off x="2542278" y="3358332"/>
            <a:ext cx="1072491" cy="1785118"/>
          </a:xfrm>
          <a:prstGeom prst="rect">
            <a:avLst/>
          </a:prstGeom>
        </p:spPr>
      </p:pic>
      <p:pic>
        <p:nvPicPr>
          <p:cNvPr id="4" name="圖片 3" descr="桃園機場航廈指南｜往返第一航廈、第二航廈的3種免費交通，跑錯航廈也不怕- XINMEDIA欣傳媒｜最懂生活的咖">
            <a:extLst>
              <a:ext uri="{FF2B5EF4-FFF2-40B4-BE49-F238E27FC236}">
                <a16:creationId xmlns:a16="http://schemas.microsoft.com/office/drawing/2014/main" id="{8EBAA96F-1316-35CA-ED8A-F8F12A097DCE}"/>
              </a:ext>
            </a:extLst>
          </p:cNvPr>
          <p:cNvPicPr>
            <a:picLocks noChangeAspect="1"/>
          </p:cNvPicPr>
          <p:nvPr/>
        </p:nvPicPr>
        <p:blipFill>
          <a:blip r:embed="rId5"/>
          <a:stretch>
            <a:fillRect/>
          </a:stretch>
        </p:blipFill>
        <p:spPr>
          <a:xfrm>
            <a:off x="-24" y="867603"/>
            <a:ext cx="3624476" cy="2039398"/>
          </a:xfrm>
          <a:prstGeom prst="rect">
            <a:avLst/>
          </a:prstGeom>
        </p:spPr>
      </p:pic>
      <p:pic>
        <p:nvPicPr>
          <p:cNvPr id="8" name="圖片 7">
            <a:extLst>
              <a:ext uri="{FF2B5EF4-FFF2-40B4-BE49-F238E27FC236}">
                <a16:creationId xmlns:a16="http://schemas.microsoft.com/office/drawing/2014/main" id="{2436C045-8576-BDCC-C535-00CDD8C0FA59}"/>
              </a:ext>
            </a:extLst>
          </p:cNvPr>
          <p:cNvPicPr>
            <a:picLocks noChangeAspect="1"/>
          </p:cNvPicPr>
          <p:nvPr/>
        </p:nvPicPr>
        <p:blipFill>
          <a:blip r:embed="rId6"/>
          <a:stretch>
            <a:fillRect/>
          </a:stretch>
        </p:blipFill>
        <p:spPr>
          <a:xfrm flipH="1">
            <a:off x="1595107" y="1519916"/>
            <a:ext cx="1210327" cy="1421301"/>
          </a:xfrm>
          <a:prstGeom prst="rect">
            <a:avLst/>
          </a:prstGeom>
        </p:spPr>
      </p:pic>
      <p:pic>
        <p:nvPicPr>
          <p:cNvPr id="10" name="圖片 9">
            <a:extLst>
              <a:ext uri="{FF2B5EF4-FFF2-40B4-BE49-F238E27FC236}">
                <a16:creationId xmlns:a16="http://schemas.microsoft.com/office/drawing/2014/main" id="{F30E2FE3-3510-A525-CBDC-DBEDB5C7C3BD}"/>
              </a:ext>
            </a:extLst>
          </p:cNvPr>
          <p:cNvPicPr>
            <a:picLocks noChangeAspect="1"/>
          </p:cNvPicPr>
          <p:nvPr/>
        </p:nvPicPr>
        <p:blipFill>
          <a:blip r:embed="rId7"/>
          <a:stretch>
            <a:fillRect/>
          </a:stretch>
        </p:blipFill>
        <p:spPr>
          <a:xfrm>
            <a:off x="928255" y="1662926"/>
            <a:ext cx="1069127" cy="1244075"/>
          </a:xfrm>
          <a:prstGeom prst="rect">
            <a:avLst/>
          </a:prstGeom>
        </p:spPr>
      </p:pic>
      <p:pic>
        <p:nvPicPr>
          <p:cNvPr id="12" name="圖片 11">
            <a:extLst>
              <a:ext uri="{FF2B5EF4-FFF2-40B4-BE49-F238E27FC236}">
                <a16:creationId xmlns:a16="http://schemas.microsoft.com/office/drawing/2014/main" id="{C85D501B-8CE5-204B-10C7-40F2141CB03F}"/>
              </a:ext>
            </a:extLst>
          </p:cNvPr>
          <p:cNvPicPr>
            <a:picLocks noChangeAspect="1"/>
          </p:cNvPicPr>
          <p:nvPr/>
        </p:nvPicPr>
        <p:blipFill>
          <a:blip r:embed="rId8"/>
          <a:stretch>
            <a:fillRect/>
          </a:stretch>
        </p:blipFill>
        <p:spPr>
          <a:xfrm flipH="1">
            <a:off x="7313468" y="443726"/>
            <a:ext cx="1047750" cy="1219200"/>
          </a:xfrm>
          <a:prstGeom prst="rect">
            <a:avLst/>
          </a:prstGeom>
        </p:spPr>
      </p:pic>
      <p:pic>
        <p:nvPicPr>
          <p:cNvPr id="13" name="圖片 12" descr="holiday luggage bag game pixel art vector illustration 23874400 Vector Art  at Vecteezy">
            <a:extLst>
              <a:ext uri="{FF2B5EF4-FFF2-40B4-BE49-F238E27FC236}">
                <a16:creationId xmlns:a16="http://schemas.microsoft.com/office/drawing/2014/main" id="{1730C47A-AD0F-05D6-B3F0-20ECAD9D3DA7}"/>
              </a:ext>
            </a:extLst>
          </p:cNvPr>
          <p:cNvPicPr>
            <a:picLocks noChangeAspect="1"/>
          </p:cNvPicPr>
          <p:nvPr/>
        </p:nvPicPr>
        <p:blipFill>
          <a:blip r:embed="rId9"/>
          <a:stretch/>
        </p:blipFill>
        <p:spPr>
          <a:xfrm flipH="1">
            <a:off x="2231082" y="2136115"/>
            <a:ext cx="805102" cy="805102"/>
          </a:xfrm>
          <a:prstGeom prst="rect">
            <a:avLst/>
          </a:prstGeom>
        </p:spPr>
      </p:pic>
      <p:sp>
        <p:nvSpPr>
          <p:cNvPr id="16" name="文字方塊 15">
            <a:extLst>
              <a:ext uri="{FF2B5EF4-FFF2-40B4-BE49-F238E27FC236}">
                <a16:creationId xmlns:a16="http://schemas.microsoft.com/office/drawing/2014/main" id="{EF23F6C7-3E82-8CC7-5925-39C4D4BFA3C7}"/>
              </a:ext>
            </a:extLst>
          </p:cNvPr>
          <p:cNvSpPr txBox="1"/>
          <p:nvPr/>
        </p:nvSpPr>
        <p:spPr>
          <a:xfrm>
            <a:off x="886927" y="957487"/>
            <a:ext cx="1840922"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1400" b="1" dirty="0">
                <a:solidFill>
                  <a:schemeClr val="dk1"/>
                </a:solidFill>
                <a:latin typeface="Microsoft JhengHei"/>
                <a:ea typeface="Microsoft JhengHei"/>
                <a:cs typeface="Microsoft JhengHei"/>
                <a:sym typeface="Microsoft JhengHei"/>
              </a:rPr>
              <a:t>POV:</a:t>
            </a:r>
            <a:r>
              <a:rPr lang="zh-TW" altLang="en-US" sz="1400" b="1" dirty="0">
                <a:solidFill>
                  <a:schemeClr val="dk1"/>
                </a:solidFill>
                <a:latin typeface="Microsoft JhengHei"/>
                <a:ea typeface="Microsoft JhengHei"/>
                <a:cs typeface="Microsoft JhengHei"/>
                <a:sym typeface="Microsoft JhengHei"/>
              </a:rPr>
              <a:t> 出國最佳旅伴</a:t>
            </a:r>
            <a:endParaRPr lang="zh-TW" altLang="en-US" dirty="0"/>
          </a:p>
        </p:txBody>
      </p:sp>
      <p:pic>
        <p:nvPicPr>
          <p:cNvPr id="22" name="圖片 21">
            <a:extLst>
              <a:ext uri="{FF2B5EF4-FFF2-40B4-BE49-F238E27FC236}">
                <a16:creationId xmlns:a16="http://schemas.microsoft.com/office/drawing/2014/main" id="{F2F41BCD-E5A0-FE44-42CE-C1B7723F6FE4}"/>
              </a:ext>
            </a:extLst>
          </p:cNvPr>
          <p:cNvPicPr>
            <a:picLocks noChangeAspect="1"/>
          </p:cNvPicPr>
          <p:nvPr/>
        </p:nvPicPr>
        <p:blipFill>
          <a:blip r:embed="rId10"/>
          <a:stretch>
            <a:fillRect/>
          </a:stretch>
        </p:blipFill>
        <p:spPr>
          <a:xfrm flipH="1">
            <a:off x="1026434" y="2100677"/>
            <a:ext cx="805102" cy="1006378"/>
          </a:xfrm>
          <a:prstGeom prst="rect">
            <a:avLst/>
          </a:prstGeom>
        </p:spPr>
      </p:pic>
      <p:pic>
        <p:nvPicPr>
          <p:cNvPr id="26" name="圖片 25">
            <a:extLst>
              <a:ext uri="{FF2B5EF4-FFF2-40B4-BE49-F238E27FC236}">
                <a16:creationId xmlns:a16="http://schemas.microsoft.com/office/drawing/2014/main" id="{BE2151A2-2259-4067-0C85-222A14590CBD}"/>
              </a:ext>
            </a:extLst>
          </p:cNvPr>
          <p:cNvPicPr>
            <a:picLocks noChangeAspect="1"/>
          </p:cNvPicPr>
          <p:nvPr/>
        </p:nvPicPr>
        <p:blipFill>
          <a:blip r:embed="rId11"/>
          <a:stretch>
            <a:fillRect/>
          </a:stretch>
        </p:blipFill>
        <p:spPr>
          <a:xfrm>
            <a:off x="1683439" y="1963995"/>
            <a:ext cx="958127" cy="1197658"/>
          </a:xfrm>
          <a:prstGeom prst="rect">
            <a:avLst/>
          </a:prstGeom>
        </p:spPr>
      </p:pic>
      <p:sp>
        <p:nvSpPr>
          <p:cNvPr id="31" name="文字方塊 30">
            <a:extLst>
              <a:ext uri="{FF2B5EF4-FFF2-40B4-BE49-F238E27FC236}">
                <a16:creationId xmlns:a16="http://schemas.microsoft.com/office/drawing/2014/main" id="{7480F87D-9FE3-BB23-A7E1-CE55EB2ADCE5}"/>
              </a:ext>
            </a:extLst>
          </p:cNvPr>
          <p:cNvSpPr txBox="1"/>
          <p:nvPr/>
        </p:nvSpPr>
        <p:spPr>
          <a:xfrm>
            <a:off x="886951" y="957487"/>
            <a:ext cx="1840922"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zh-TW" sz="1400" b="1" dirty="0">
                <a:solidFill>
                  <a:schemeClr val="dk1"/>
                </a:solidFill>
                <a:latin typeface="Microsoft JhengHei"/>
                <a:ea typeface="Microsoft JhengHei"/>
                <a:cs typeface="Microsoft JhengHei"/>
                <a:sym typeface="Microsoft JhengHei"/>
              </a:rPr>
              <a:t>POV:</a:t>
            </a:r>
            <a:r>
              <a:rPr lang="zh-TW" altLang="en-US" sz="1400" b="1" dirty="0">
                <a:solidFill>
                  <a:schemeClr val="dk1"/>
                </a:solidFill>
                <a:latin typeface="Microsoft JhengHei"/>
                <a:ea typeface="Microsoft JhengHei"/>
                <a:cs typeface="Microsoft JhengHei"/>
                <a:sym typeface="Microsoft JhengHei"/>
              </a:rPr>
              <a:t> 出國最佳旅伴</a:t>
            </a:r>
            <a:endParaRPr lang="zh-TW" altLang="en-US" dirty="0"/>
          </a:p>
        </p:txBody>
      </p:sp>
      <p:pic>
        <p:nvPicPr>
          <p:cNvPr id="14" name="圖片 13" descr="holiday luggage bag game pixel art vector illustration 23874400 Vector Art  at Vecteezy">
            <a:extLst>
              <a:ext uri="{FF2B5EF4-FFF2-40B4-BE49-F238E27FC236}">
                <a16:creationId xmlns:a16="http://schemas.microsoft.com/office/drawing/2014/main" id="{FF360990-CE3A-A704-F21C-FA8B3D70D7DC}"/>
              </a:ext>
            </a:extLst>
          </p:cNvPr>
          <p:cNvPicPr>
            <a:picLocks noChangeAspect="1"/>
          </p:cNvPicPr>
          <p:nvPr/>
        </p:nvPicPr>
        <p:blipFill>
          <a:blip r:embed="rId12">
            <a:extLst>
              <a:ext uri="{BEBA8EAE-BF5A-486C-A8C5-ECC9F3942E4B}">
                <a14:imgProps xmlns:a14="http://schemas.microsoft.com/office/drawing/2010/main">
                  <a14:imgLayer r:embed="rId13">
                    <a14:imgEffect>
                      <a14:artisticPencilSketch/>
                    </a14:imgEffect>
                  </a14:imgLayer>
                </a14:imgProps>
              </a:ext>
            </a:extLst>
          </a:blip>
          <a:stretch/>
        </p:blipFill>
        <p:spPr>
          <a:xfrm>
            <a:off x="1459797" y="2230566"/>
            <a:ext cx="740473" cy="7404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464FA6B3-3AB0-E07F-9B50-6AC4D8A1AC0C}"/>
            </a:ext>
          </a:extLst>
        </p:cNvPr>
        <p:cNvGrpSpPr/>
        <p:nvPr/>
      </p:nvGrpSpPr>
      <p:grpSpPr>
        <a:xfrm>
          <a:off x="0" y="0"/>
          <a:ext cx="0" cy="0"/>
          <a:chOff x="0" y="0"/>
          <a:chExt cx="0" cy="0"/>
        </a:xfrm>
      </p:grpSpPr>
      <p:graphicFrame>
        <p:nvGraphicFramePr>
          <p:cNvPr id="76" name="Google Shape;76;p17">
            <a:extLst>
              <a:ext uri="{FF2B5EF4-FFF2-40B4-BE49-F238E27FC236}">
                <a16:creationId xmlns:a16="http://schemas.microsoft.com/office/drawing/2014/main" id="{910993E8-CBC5-5122-A801-806B684AF1EA}"/>
              </a:ext>
            </a:extLst>
          </p:cNvPr>
          <p:cNvGraphicFramePr/>
          <p:nvPr>
            <p:extLst>
              <p:ext uri="{D42A27DB-BD31-4B8C-83A1-F6EECF244321}">
                <p14:modId xmlns:p14="http://schemas.microsoft.com/office/powerpoint/2010/main" val="321850140"/>
              </p:ext>
            </p:extLst>
          </p:nvPr>
        </p:nvGraphicFramePr>
        <p:xfrm>
          <a:off x="3614775" y="0"/>
          <a:ext cx="5529225" cy="4465050"/>
        </p:xfrm>
        <a:graphic>
          <a:graphicData uri="http://schemas.openxmlformats.org/drawingml/2006/table">
            <a:tbl>
              <a:tblPr>
                <a:noFill/>
                <a:tableStyleId>{D27BCB22-5DEB-4D4A-AEB1-C0894EA97893}</a:tableStyleId>
              </a:tblPr>
              <a:tblGrid>
                <a:gridCol w="850825">
                  <a:extLst>
                    <a:ext uri="{9D8B030D-6E8A-4147-A177-3AD203B41FA5}">
                      <a16:colId xmlns:a16="http://schemas.microsoft.com/office/drawing/2014/main" val="20000"/>
                    </a:ext>
                  </a:extLst>
                </a:gridCol>
                <a:gridCol w="2938050">
                  <a:extLst>
                    <a:ext uri="{9D8B030D-6E8A-4147-A177-3AD203B41FA5}">
                      <a16:colId xmlns:a16="http://schemas.microsoft.com/office/drawing/2014/main" val="20001"/>
                    </a:ext>
                  </a:extLst>
                </a:gridCol>
                <a:gridCol w="1142525">
                  <a:extLst>
                    <a:ext uri="{9D8B030D-6E8A-4147-A177-3AD203B41FA5}">
                      <a16:colId xmlns:a16="http://schemas.microsoft.com/office/drawing/2014/main" val="20002"/>
                    </a:ext>
                  </a:extLst>
                </a:gridCol>
                <a:gridCol w="597825">
                  <a:extLst>
                    <a:ext uri="{9D8B030D-6E8A-4147-A177-3AD203B41FA5}">
                      <a16:colId xmlns:a16="http://schemas.microsoft.com/office/drawing/2014/main" val="20003"/>
                    </a:ext>
                  </a:extLst>
                </a:gridCol>
              </a:tblGrid>
              <a:tr h="345000">
                <a:tc>
                  <a:txBody>
                    <a:bodyPr/>
                    <a:lstStyle/>
                    <a:p>
                      <a:pPr marL="0" lvl="0" indent="0" algn="l" rtl="0">
                        <a:spcBef>
                          <a:spcPts val="0"/>
                        </a:spcBef>
                        <a:spcAft>
                          <a:spcPts val="0"/>
                        </a:spcAft>
                        <a:buClr>
                          <a:schemeClr val="dk1"/>
                        </a:buClr>
                        <a:buSzPts val="1100"/>
                        <a:buFont typeface="Arial"/>
                        <a:buNone/>
                      </a:pPr>
                      <a:r>
                        <a:rPr lang="zh-TW" sz="1000" b="1">
                          <a:solidFill>
                            <a:schemeClr val="lt1"/>
                          </a:solidFill>
                          <a:latin typeface="Microsoft JhengHei"/>
                          <a:ea typeface="Microsoft JhengHei"/>
                          <a:cs typeface="Microsoft JhengHei"/>
                          <a:sym typeface="Microsoft JhengHei"/>
                        </a:rPr>
                        <a:t>排版物件</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說明 ／ 資料庫連結</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背景</a:t>
                      </a:r>
                      <a:endParaRPr lang="en-US"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桃園機場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或看得出來是機場即可</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貓</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en-US" sz="800" dirty="0">
                          <a:solidFill>
                            <a:schemeClr val="dk1"/>
                          </a:solidFill>
                          <a:latin typeface="Microsoft JhengHei"/>
                          <a:ea typeface="Microsoft JhengHei"/>
                          <a:cs typeface="Microsoft JhengHei"/>
                          <a:sym typeface="Microsoft JhengHei"/>
                        </a:rPr>
                        <a:t>X:\grp.product.art.check\【</a:t>
                      </a:r>
                      <a:r>
                        <a:rPr lang="zh-TW" altLang="en-US" sz="800" dirty="0">
                          <a:solidFill>
                            <a:schemeClr val="dk1"/>
                          </a:solidFill>
                          <a:latin typeface="Microsoft JhengHei"/>
                          <a:ea typeface="Microsoft JhengHei"/>
                          <a:cs typeface="Microsoft JhengHei"/>
                          <a:sym typeface="Microsoft JhengHei"/>
                        </a:rPr>
                        <a:t>貓咖</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劇情對話貓</a:t>
                      </a:r>
                      <a:endParaRPr lang="en-US" altLang="zh-TW" sz="800" dirty="0">
                        <a:solidFill>
                          <a:schemeClr val="dk1"/>
                        </a:solidFill>
                        <a:latin typeface="Microsoft JhengHei"/>
                        <a:ea typeface="Microsoft JhengHei"/>
                        <a:cs typeface="Microsoft JhengHei"/>
                        <a:sym typeface="Microsoft JhengHei"/>
                      </a:endParaRPr>
                    </a:p>
                    <a:p>
                      <a:pPr marL="171450" lvl="0" indent="-171450" algn="l" rtl="0">
                        <a:spcBef>
                          <a:spcPts val="0"/>
                        </a:spcBef>
                        <a:spcAft>
                          <a:spcPts val="0"/>
                        </a:spcAft>
                        <a:buFontTx/>
                        <a:buChar char="-"/>
                      </a:pPr>
                      <a:r>
                        <a:rPr lang="en-US" altLang="zh-TW" sz="800" dirty="0">
                          <a:solidFill>
                            <a:schemeClr val="dk1"/>
                          </a:solidFill>
                          <a:latin typeface="Microsoft JhengHei"/>
                          <a:ea typeface="Microsoft JhengHei"/>
                          <a:cs typeface="Microsoft JhengHei"/>
                          <a:sym typeface="Microsoft JhengHei"/>
                        </a:rPr>
                        <a:t>Customer_0003_skin00 (</a:t>
                      </a:r>
                      <a:r>
                        <a:rPr lang="zh-TW" altLang="en-US" sz="800" dirty="0">
                          <a:solidFill>
                            <a:schemeClr val="dk1"/>
                          </a:solidFill>
                          <a:latin typeface="Microsoft JhengHei"/>
                          <a:ea typeface="Microsoft JhengHei"/>
                          <a:cs typeface="Microsoft JhengHei"/>
                          <a:sym typeface="Microsoft JhengHei"/>
                        </a:rPr>
                        <a:t>但表情參考上班貓 </a:t>
                      </a:r>
                      <a:r>
                        <a:rPr lang="en-US" altLang="zh-TW" sz="800" dirty="0">
                          <a:solidFill>
                            <a:schemeClr val="dk1"/>
                          </a:solidFill>
                          <a:latin typeface="Microsoft JhengHei"/>
                          <a:ea typeface="Microsoft JhengHei"/>
                          <a:cs typeface="Microsoft JhengHei"/>
                          <a:sym typeface="Microsoft JhengHei"/>
                        </a:rPr>
                        <a:t>-&gt;)</a:t>
                      </a:r>
                    </a:p>
                    <a:p>
                      <a:pPr marL="171450" lvl="0" indent="-171450" algn="l" rtl="0">
                        <a:spcBef>
                          <a:spcPts val="0"/>
                        </a:spcBef>
                        <a:spcAft>
                          <a:spcPts val="0"/>
                        </a:spcAft>
                        <a:buFontTx/>
                        <a:buChar char="-"/>
                      </a:pPr>
                      <a:r>
                        <a:rPr lang="zh-TW" altLang="en-US" sz="800" dirty="0">
                          <a:solidFill>
                            <a:schemeClr val="dk1"/>
                          </a:solidFill>
                          <a:latin typeface="Microsoft JhengHei"/>
                          <a:ea typeface="Microsoft JhengHei"/>
                          <a:cs typeface="Microsoft JhengHei"/>
                          <a:sym typeface="Microsoft JhengHei"/>
                        </a:rPr>
                        <a:t>穿</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bo_219</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2"/>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行李箱</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放在阿光旁邊</a:t>
                      </a:r>
                      <a:endParaRPr lang="en-US" altLang="zh-TW"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3"/>
                  </a:ext>
                </a:extLst>
              </a:tr>
              <a:tr h="423400">
                <a:tc>
                  <a:txBody>
                    <a:bodyPr/>
                    <a:lstStyle/>
                    <a:p>
                      <a:pPr marL="0" lvl="0" indent="0" algn="l" rtl="0">
                        <a:spcBef>
                          <a:spcPts val="0"/>
                        </a:spcBef>
                        <a:spcAft>
                          <a:spcPts val="0"/>
                        </a:spcAft>
                        <a:buNone/>
                      </a:pPr>
                      <a:endParaRPr sz="80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4"/>
                  </a:ext>
                </a:extLst>
              </a:tr>
              <a:tr h="345000">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視角／鏡位</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動態說明</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文案/ 對白</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5"/>
                  </a:ext>
                </a:extLst>
              </a:tr>
              <a:tr h="459975">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特寫</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特寫阿光，阿光比 讚</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跟隨節拍列出文字</a:t>
                      </a:r>
                      <a:r>
                        <a:rPr lang="en-US" altLang="zh-TW" sz="800" dirty="0">
                          <a:solidFill>
                            <a:schemeClr val="dk1"/>
                          </a:solidFill>
                          <a:latin typeface="Microsoft JhengHei"/>
                          <a:ea typeface="Microsoft JhengHei"/>
                          <a:cs typeface="Microsoft JhengHei"/>
                          <a:sym typeface="Microsoft JhengHei"/>
                        </a:rPr>
                        <a:t>:</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✅早安午安晚安</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✅我要大便</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✅等等吃啥</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✅不專業攝影師</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✅置物櫃</a:t>
                      </a:r>
                      <a:endParaRPr lang="en-US" altLang="zh-TW" sz="800" dirty="0">
                        <a:solidFill>
                          <a:schemeClr val="dk1"/>
                        </a:solidFill>
                        <a:latin typeface="Microsoft JhengHei"/>
                        <a:ea typeface="Microsoft JhengHei"/>
                        <a:cs typeface="Microsoft JhengHei"/>
                        <a:sym typeface="Microsoft JhengHe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zh-TW" altLang="en-US" sz="800" dirty="0">
                          <a:solidFill>
                            <a:schemeClr val="dk1"/>
                          </a:solidFill>
                          <a:latin typeface="Microsoft JhengHei"/>
                          <a:ea typeface="Microsoft JhengHei"/>
                          <a:cs typeface="Microsoft JhengHei"/>
                          <a:sym typeface="Microsoft JhengHei"/>
                        </a:rPr>
                        <a:t>✅搬家工人</a:t>
                      </a:r>
                      <a:endParaRPr lang="en-US" altLang="zh-TW" sz="800" dirty="0">
                        <a:solidFill>
                          <a:schemeClr val="dk1"/>
                        </a:solidFill>
                        <a:latin typeface="Microsoft JhengHei"/>
                        <a:ea typeface="Microsoft JhengHei"/>
                        <a:cs typeface="Microsoft JhengHei"/>
                        <a:sym typeface="Microsoft JhengHe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挨罵</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著重</a:t>
                      </a:r>
                      <a:r>
                        <a:rPr lang="en-US" altLang="zh-TW" sz="800" dirty="0">
                          <a:solidFill>
                            <a:schemeClr val="dk1"/>
                          </a:solidFill>
                          <a:latin typeface="Microsoft JhengHei"/>
                          <a:ea typeface="Microsoft JhengHei"/>
                          <a:cs typeface="Microsoft JhengHei"/>
                          <a:sym typeface="Microsoft JhengHei"/>
                        </a:rPr>
                        <a:t>)</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2-3s</a:t>
                      </a:r>
                      <a:endParaRPr sz="8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59975">
                <a:tc>
                  <a:txBody>
                    <a:bodyPr/>
                    <a:lstStyle/>
                    <a:p>
                      <a:pPr marL="0" lvl="0" indent="0" algn="l" rtl="0">
                        <a:lnSpc>
                          <a:spcPct val="60000"/>
                        </a:lnSpc>
                        <a:spcBef>
                          <a:spcPts val="0"/>
                        </a:spcBef>
                        <a:spcAft>
                          <a:spcPts val="0"/>
                        </a:spcAft>
                        <a:buNone/>
                      </a:pPr>
                      <a:r>
                        <a:rPr lang="zh-TW" sz="1000" b="1" dirty="0">
                          <a:solidFill>
                            <a:schemeClr val="lt1"/>
                          </a:solidFill>
                          <a:latin typeface="Microsoft JhengHei"/>
                          <a:ea typeface="Microsoft JhengHei"/>
                          <a:cs typeface="Microsoft JhengHei"/>
                          <a:sym typeface="Microsoft JhengHei"/>
                        </a:rPr>
                        <a:t>音樂</a:t>
                      </a:r>
                      <a:endParaRPr sz="1000" b="1" dirty="0">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繼續撥放 </a:t>
                      </a:r>
                      <a:r>
                        <a:rPr lang="en-US" altLang="zh-TW" sz="800" dirty="0">
                          <a:solidFill>
                            <a:srgbClr val="434343"/>
                          </a:solidFill>
                          <a:latin typeface="Microsoft JhengHei"/>
                          <a:ea typeface="Microsoft JhengHei"/>
                          <a:cs typeface="Microsoft JhengHei"/>
                          <a:sym typeface="Microsoft JhengHei"/>
                          <a:hlinkClick r:id="rId3"/>
                        </a:rPr>
                        <a:t>Taylor Swift – </a:t>
                      </a:r>
                      <a:r>
                        <a:rPr lang="en-US" altLang="zh-TW" sz="800" dirty="0" err="1">
                          <a:solidFill>
                            <a:srgbClr val="434343"/>
                          </a:solidFill>
                          <a:latin typeface="Microsoft JhengHei"/>
                          <a:ea typeface="Microsoft JhengHei"/>
                          <a:cs typeface="Microsoft JhengHei"/>
                          <a:sym typeface="Microsoft JhengHei"/>
                          <a:hlinkClick r:id="rId3"/>
                        </a:rPr>
                        <a:t>Opalite</a:t>
                      </a:r>
                      <a:r>
                        <a:rPr lang="en-US" altLang="zh-TW" sz="800" dirty="0">
                          <a:solidFill>
                            <a:srgbClr val="434343"/>
                          </a:solidFill>
                          <a:latin typeface="Microsoft JhengHei"/>
                          <a:ea typeface="Microsoft JhengHei"/>
                          <a:cs typeface="Microsoft JhengHei"/>
                          <a:sym typeface="Microsoft JhengHei"/>
                        </a:rPr>
                        <a:t> </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0"/>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音效</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X</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1"/>
                  </a:ext>
                </a:extLst>
              </a:tr>
            </a:tbl>
          </a:graphicData>
        </a:graphic>
      </p:graphicFrame>
      <p:graphicFrame>
        <p:nvGraphicFramePr>
          <p:cNvPr id="77" name="Google Shape;77;p17">
            <a:extLst>
              <a:ext uri="{FF2B5EF4-FFF2-40B4-BE49-F238E27FC236}">
                <a16:creationId xmlns:a16="http://schemas.microsoft.com/office/drawing/2014/main" id="{52920C50-16BF-FD7B-A83E-3D443A667168}"/>
              </a:ext>
            </a:extLst>
          </p:cNvPr>
          <p:cNvGraphicFramePr/>
          <p:nvPr/>
        </p:nvGraphicFramePr>
        <p:xfrm>
          <a:off x="-12" y="335238"/>
          <a:ext cx="3614775" cy="4808250"/>
        </p:xfrm>
        <a:graphic>
          <a:graphicData uri="http://schemas.openxmlformats.org/drawingml/2006/table">
            <a:tbl>
              <a:tblPr>
                <a:noFill/>
                <a:tableStyleId>{D27BCB22-5DEB-4D4A-AEB1-C0894EA97893}</a:tableStyleId>
              </a:tblPr>
              <a:tblGrid>
                <a:gridCol w="1278700">
                  <a:extLst>
                    <a:ext uri="{9D8B030D-6E8A-4147-A177-3AD203B41FA5}">
                      <a16:colId xmlns:a16="http://schemas.microsoft.com/office/drawing/2014/main" val="20000"/>
                    </a:ext>
                  </a:extLst>
                </a:gridCol>
                <a:gridCol w="518800">
                  <a:extLst>
                    <a:ext uri="{9D8B030D-6E8A-4147-A177-3AD203B41FA5}">
                      <a16:colId xmlns:a16="http://schemas.microsoft.com/office/drawing/2014/main" val="20001"/>
                    </a:ext>
                  </a:extLst>
                </a:gridCol>
                <a:gridCol w="1817275">
                  <a:extLst>
                    <a:ext uri="{9D8B030D-6E8A-4147-A177-3AD203B41FA5}">
                      <a16:colId xmlns:a16="http://schemas.microsoft.com/office/drawing/2014/main" val="20002"/>
                    </a:ext>
                  </a:extLst>
                </a:gridCol>
              </a:tblGrid>
              <a:tr h="1158875">
                <a:tc rowSpan="2" gridSpan="3">
                  <a:txBody>
                    <a:bodyPr/>
                    <a:lstStyle/>
                    <a:p>
                      <a:pPr marL="0" lvl="0" indent="0" algn="l" rtl="0">
                        <a:lnSpc>
                          <a:spcPct val="60000"/>
                        </a:lnSpc>
                        <a:spcBef>
                          <a:spcPts val="0"/>
                        </a:spcBef>
                        <a:spcAft>
                          <a:spcPts val="0"/>
                        </a:spcAft>
                        <a:buNone/>
                      </a:pPr>
                      <a:endParaRPr sz="800">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hMerge="1">
                  <a:txBody>
                    <a:bodyPr/>
                    <a:lstStyle/>
                    <a:p>
                      <a:endParaRPr lang="zh-TW"/>
                    </a:p>
                  </a:txBody>
                  <a:tcPr/>
                </a:tc>
                <a:tc rowSpan="2" hMerge="1">
                  <a:txBody>
                    <a:bodyPr/>
                    <a:lstStyle/>
                    <a:p>
                      <a:endParaRPr lang="zh-TW"/>
                    </a:p>
                  </a:txBody>
                  <a:tcPr/>
                </a:tc>
                <a:extLst>
                  <a:ext uri="{0D108BD9-81ED-4DB2-BD59-A6C34878D82A}">
                    <a16:rowId xmlns:a16="http://schemas.microsoft.com/office/drawing/2014/main" val="10000"/>
                  </a:ext>
                </a:extLst>
              </a:tr>
              <a:tr h="3649375">
                <a:tc gridSpan="3" vMerge="1">
                  <a:txBody>
                    <a:bodyPr/>
                    <a:lstStyle/>
                    <a:p>
                      <a:endParaRPr lang="zh-TW"/>
                    </a:p>
                  </a:txBody>
                  <a:tcPr/>
                </a:tc>
                <a:tc hMerge="1" vMerge="1">
                  <a:txBody>
                    <a:bodyPr/>
                    <a:lstStyle/>
                    <a:p>
                      <a:endParaRPr lang="zh-TW"/>
                    </a:p>
                  </a:txBody>
                  <a:tcPr/>
                </a:tc>
                <a:tc hMerge="1" vMerge="1">
                  <a:txBody>
                    <a:bodyPr/>
                    <a:lstStyle/>
                    <a:p>
                      <a:endParaRPr lang="zh-TW"/>
                    </a:p>
                  </a:txBody>
                  <a:tcPr/>
                </a:tc>
                <a:extLst>
                  <a:ext uri="{0D108BD9-81ED-4DB2-BD59-A6C34878D82A}">
                    <a16:rowId xmlns:a16="http://schemas.microsoft.com/office/drawing/2014/main" val="10001"/>
                  </a:ext>
                </a:extLst>
              </a:tr>
            </a:tbl>
          </a:graphicData>
        </a:graphic>
      </p:graphicFrame>
      <p:graphicFrame>
        <p:nvGraphicFramePr>
          <p:cNvPr id="78" name="Google Shape;78;p17">
            <a:extLst>
              <a:ext uri="{FF2B5EF4-FFF2-40B4-BE49-F238E27FC236}">
                <a16:creationId xmlns:a16="http://schemas.microsoft.com/office/drawing/2014/main" id="{C39DC9F4-9096-F874-9A82-930147E24249}"/>
              </a:ext>
            </a:extLst>
          </p:cNvPr>
          <p:cNvGraphicFramePr/>
          <p:nvPr>
            <p:extLst>
              <p:ext uri="{D42A27DB-BD31-4B8C-83A1-F6EECF244321}">
                <p14:modId xmlns:p14="http://schemas.microsoft.com/office/powerpoint/2010/main" val="1860613379"/>
              </p:ext>
            </p:extLst>
          </p:nvPr>
        </p:nvGraphicFramePr>
        <p:xfrm>
          <a:off x="0" y="0"/>
          <a:ext cx="3614775" cy="335250"/>
        </p:xfrm>
        <a:graphic>
          <a:graphicData uri="http://schemas.openxmlformats.org/drawingml/2006/table">
            <a:tbl>
              <a:tblPr>
                <a:noFill/>
                <a:tableStyleId>{D27BCB22-5DEB-4D4A-AEB1-C0894EA97893}</a:tableStyleId>
              </a:tblPr>
              <a:tblGrid>
                <a:gridCol w="478650">
                  <a:extLst>
                    <a:ext uri="{9D8B030D-6E8A-4147-A177-3AD203B41FA5}">
                      <a16:colId xmlns:a16="http://schemas.microsoft.com/office/drawing/2014/main" val="20000"/>
                    </a:ext>
                  </a:extLst>
                </a:gridCol>
                <a:gridCol w="800050">
                  <a:extLst>
                    <a:ext uri="{9D8B030D-6E8A-4147-A177-3AD203B41FA5}">
                      <a16:colId xmlns:a16="http://schemas.microsoft.com/office/drawing/2014/main" val="20001"/>
                    </a:ext>
                  </a:extLst>
                </a:gridCol>
                <a:gridCol w="518800">
                  <a:extLst>
                    <a:ext uri="{9D8B030D-6E8A-4147-A177-3AD203B41FA5}">
                      <a16:colId xmlns:a16="http://schemas.microsoft.com/office/drawing/2014/main" val="20002"/>
                    </a:ext>
                  </a:extLst>
                </a:gridCol>
                <a:gridCol w="1817275">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分鏡</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2</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zh-TW" sz="1000" b="1" dirty="0">
                          <a:solidFill>
                            <a:schemeClr val="lt1"/>
                          </a:solidFill>
                          <a:latin typeface="Microsoft JhengHei"/>
                          <a:ea typeface="Microsoft JhengHei"/>
                          <a:cs typeface="Microsoft JhengHei"/>
                          <a:sym typeface="Microsoft JhengHei"/>
                        </a:rPr>
                        <a:t>秒數</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2-3s</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extLst>
                  <a:ext uri="{0D108BD9-81ED-4DB2-BD59-A6C34878D82A}">
                    <a16:rowId xmlns:a16="http://schemas.microsoft.com/office/drawing/2014/main" val="10000"/>
                  </a:ext>
                </a:extLst>
              </a:tr>
            </a:tbl>
          </a:graphicData>
        </a:graphic>
      </p:graphicFrame>
      <p:pic>
        <p:nvPicPr>
          <p:cNvPr id="3" name="圖片 2">
            <a:extLst>
              <a:ext uri="{FF2B5EF4-FFF2-40B4-BE49-F238E27FC236}">
                <a16:creationId xmlns:a16="http://schemas.microsoft.com/office/drawing/2014/main" id="{6F641009-1549-88BE-CC70-7AD538EF5E46}"/>
              </a:ext>
            </a:extLst>
          </p:cNvPr>
          <p:cNvPicPr>
            <a:picLocks noChangeAspect="1"/>
          </p:cNvPicPr>
          <p:nvPr/>
        </p:nvPicPr>
        <p:blipFill>
          <a:blip r:embed="rId4"/>
          <a:stretch>
            <a:fillRect/>
          </a:stretch>
        </p:blipFill>
        <p:spPr>
          <a:xfrm>
            <a:off x="8161595" y="3528802"/>
            <a:ext cx="982405" cy="1614686"/>
          </a:xfrm>
          <a:prstGeom prst="rect">
            <a:avLst/>
          </a:prstGeom>
        </p:spPr>
      </p:pic>
      <p:pic>
        <p:nvPicPr>
          <p:cNvPr id="4" name="圖片 3" descr="桃園機場航廈指南｜往返第一航廈、第二航廈的3種免費交通，跑錯航廈也不怕- XINMEDIA欣傳媒｜最懂生活的咖">
            <a:extLst>
              <a:ext uri="{FF2B5EF4-FFF2-40B4-BE49-F238E27FC236}">
                <a16:creationId xmlns:a16="http://schemas.microsoft.com/office/drawing/2014/main" id="{A13756C3-6BBA-9765-02E7-E53C65213F75}"/>
              </a:ext>
            </a:extLst>
          </p:cNvPr>
          <p:cNvPicPr>
            <a:picLocks noChangeAspect="1"/>
          </p:cNvPicPr>
          <p:nvPr/>
        </p:nvPicPr>
        <p:blipFill>
          <a:blip r:embed="rId5"/>
          <a:srcRect l="48956"/>
          <a:stretch>
            <a:fillRect/>
          </a:stretch>
        </p:blipFill>
        <p:spPr>
          <a:xfrm>
            <a:off x="-24" y="867603"/>
            <a:ext cx="3624476" cy="3995342"/>
          </a:xfrm>
          <a:prstGeom prst="rect">
            <a:avLst/>
          </a:prstGeom>
        </p:spPr>
      </p:pic>
      <p:pic>
        <p:nvPicPr>
          <p:cNvPr id="5" name="圖片 4">
            <a:extLst>
              <a:ext uri="{FF2B5EF4-FFF2-40B4-BE49-F238E27FC236}">
                <a16:creationId xmlns:a16="http://schemas.microsoft.com/office/drawing/2014/main" id="{CB166903-8801-F9BE-C2AF-F0B295EBE244}"/>
              </a:ext>
            </a:extLst>
          </p:cNvPr>
          <p:cNvPicPr>
            <a:picLocks noChangeAspect="1"/>
          </p:cNvPicPr>
          <p:nvPr/>
        </p:nvPicPr>
        <p:blipFill>
          <a:blip r:embed="rId6"/>
          <a:stretch>
            <a:fillRect/>
          </a:stretch>
        </p:blipFill>
        <p:spPr>
          <a:xfrm flipH="1">
            <a:off x="478867" y="1189674"/>
            <a:ext cx="3135896" cy="3682519"/>
          </a:xfrm>
          <a:prstGeom prst="rect">
            <a:avLst/>
          </a:prstGeom>
        </p:spPr>
      </p:pic>
      <p:pic>
        <p:nvPicPr>
          <p:cNvPr id="6" name="圖片 5" descr="holiday luggage bag game pixel art vector illustration 23874400 Vector Art  at Vecteezy">
            <a:extLst>
              <a:ext uri="{FF2B5EF4-FFF2-40B4-BE49-F238E27FC236}">
                <a16:creationId xmlns:a16="http://schemas.microsoft.com/office/drawing/2014/main" id="{222ED023-74E0-E075-B9E3-5E6D6B33CBFA}"/>
              </a:ext>
            </a:extLst>
          </p:cNvPr>
          <p:cNvPicPr>
            <a:picLocks noChangeAspect="1"/>
          </p:cNvPicPr>
          <p:nvPr/>
        </p:nvPicPr>
        <p:blipFill>
          <a:blip r:embed="rId7"/>
          <a:stretch/>
        </p:blipFill>
        <p:spPr>
          <a:xfrm flipH="1">
            <a:off x="1807375" y="2776966"/>
            <a:ext cx="2085979" cy="2085979"/>
          </a:xfrm>
          <a:prstGeom prst="rect">
            <a:avLst/>
          </a:prstGeom>
        </p:spPr>
      </p:pic>
      <p:pic>
        <p:nvPicPr>
          <p:cNvPr id="7" name="圖片 6">
            <a:extLst>
              <a:ext uri="{FF2B5EF4-FFF2-40B4-BE49-F238E27FC236}">
                <a16:creationId xmlns:a16="http://schemas.microsoft.com/office/drawing/2014/main" id="{EBFB545B-3D16-1AD4-878F-E40AA8DF6EB2}"/>
              </a:ext>
            </a:extLst>
          </p:cNvPr>
          <p:cNvPicPr>
            <a:picLocks noChangeAspect="1"/>
          </p:cNvPicPr>
          <p:nvPr/>
        </p:nvPicPr>
        <p:blipFill>
          <a:blip r:embed="rId8"/>
          <a:stretch>
            <a:fillRect/>
          </a:stretch>
        </p:blipFill>
        <p:spPr>
          <a:xfrm>
            <a:off x="1011382" y="2503100"/>
            <a:ext cx="2112321" cy="2640400"/>
          </a:xfrm>
          <a:prstGeom prst="rect">
            <a:avLst/>
          </a:prstGeom>
        </p:spPr>
      </p:pic>
      <p:grpSp>
        <p:nvGrpSpPr>
          <p:cNvPr id="8" name="群組 7">
            <a:extLst>
              <a:ext uri="{FF2B5EF4-FFF2-40B4-BE49-F238E27FC236}">
                <a16:creationId xmlns:a16="http://schemas.microsoft.com/office/drawing/2014/main" id="{BF20A4E9-F751-B6B3-C783-DB002189C5C5}"/>
              </a:ext>
            </a:extLst>
          </p:cNvPr>
          <p:cNvGrpSpPr/>
          <p:nvPr/>
        </p:nvGrpSpPr>
        <p:grpSpPr>
          <a:xfrm>
            <a:off x="-9702" y="1808018"/>
            <a:ext cx="1350808" cy="3471117"/>
            <a:chOff x="1484862" y="1662926"/>
            <a:chExt cx="512520" cy="1444129"/>
          </a:xfrm>
        </p:grpSpPr>
        <p:pic>
          <p:nvPicPr>
            <p:cNvPr id="9" name="圖片 8">
              <a:extLst>
                <a:ext uri="{FF2B5EF4-FFF2-40B4-BE49-F238E27FC236}">
                  <a16:creationId xmlns:a16="http://schemas.microsoft.com/office/drawing/2014/main" id="{5915ADBB-E97B-D28C-ECC2-56F58FFEC01D}"/>
                </a:ext>
              </a:extLst>
            </p:cNvPr>
            <p:cNvPicPr>
              <a:picLocks noChangeAspect="1"/>
            </p:cNvPicPr>
            <p:nvPr/>
          </p:nvPicPr>
          <p:blipFill>
            <a:blip r:embed="rId9"/>
            <a:srcRect l="52061"/>
            <a:stretch>
              <a:fillRect/>
            </a:stretch>
          </p:blipFill>
          <p:spPr>
            <a:xfrm>
              <a:off x="1484862" y="1662926"/>
              <a:ext cx="512520" cy="1244075"/>
            </a:xfrm>
            <a:prstGeom prst="rect">
              <a:avLst/>
            </a:prstGeom>
          </p:spPr>
        </p:pic>
        <p:pic>
          <p:nvPicPr>
            <p:cNvPr id="10" name="圖片 9">
              <a:extLst>
                <a:ext uri="{FF2B5EF4-FFF2-40B4-BE49-F238E27FC236}">
                  <a16:creationId xmlns:a16="http://schemas.microsoft.com/office/drawing/2014/main" id="{FF5A218F-180C-E4A8-41D8-8F60B6287566}"/>
                </a:ext>
              </a:extLst>
            </p:cNvPr>
            <p:cNvPicPr>
              <a:picLocks noChangeAspect="1"/>
            </p:cNvPicPr>
            <p:nvPr/>
          </p:nvPicPr>
          <p:blipFill>
            <a:blip r:embed="rId10"/>
            <a:srcRect r="56940"/>
            <a:stretch>
              <a:fillRect/>
            </a:stretch>
          </p:blipFill>
          <p:spPr>
            <a:xfrm flipH="1">
              <a:off x="1484862" y="2100677"/>
              <a:ext cx="346674" cy="1006378"/>
            </a:xfrm>
            <a:prstGeom prst="rect">
              <a:avLst/>
            </a:prstGeom>
          </p:spPr>
        </p:pic>
      </p:grpSp>
      <p:sp>
        <p:nvSpPr>
          <p:cNvPr id="11" name="文字方塊 10">
            <a:extLst>
              <a:ext uri="{FF2B5EF4-FFF2-40B4-BE49-F238E27FC236}">
                <a16:creationId xmlns:a16="http://schemas.microsoft.com/office/drawing/2014/main" id="{0BDE2B24-F362-D836-DDC0-E58F62ECC4AC}"/>
              </a:ext>
            </a:extLst>
          </p:cNvPr>
          <p:cNvSpPr txBox="1"/>
          <p:nvPr/>
        </p:nvSpPr>
        <p:spPr>
          <a:xfrm>
            <a:off x="155053" y="1014055"/>
            <a:ext cx="1186054"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✅早安午安晚安</a:t>
            </a:r>
            <a:endParaRPr lang="en-US" altLang="zh-TW" sz="1050" dirty="0">
              <a:latin typeface="Microsoft JhengHei"/>
              <a:ea typeface="Microsoft JhengHei"/>
              <a:cs typeface="Microsoft JhengHei"/>
              <a:sym typeface="Microsoft JhengHei"/>
            </a:endParaRPr>
          </a:p>
        </p:txBody>
      </p:sp>
      <p:sp>
        <p:nvSpPr>
          <p:cNvPr id="13" name="文字方塊 12">
            <a:extLst>
              <a:ext uri="{FF2B5EF4-FFF2-40B4-BE49-F238E27FC236}">
                <a16:creationId xmlns:a16="http://schemas.microsoft.com/office/drawing/2014/main" id="{A3E11CA6-8F37-9247-4D5E-D6FF4BDBE028}"/>
              </a:ext>
            </a:extLst>
          </p:cNvPr>
          <p:cNvSpPr txBox="1"/>
          <p:nvPr/>
        </p:nvSpPr>
        <p:spPr>
          <a:xfrm>
            <a:off x="155052" y="1394760"/>
            <a:ext cx="93945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✅我要大便</a:t>
            </a:r>
            <a:endParaRPr lang="en-US" altLang="zh-TW" sz="1050" dirty="0">
              <a:latin typeface="Microsoft JhengHei"/>
              <a:ea typeface="Microsoft JhengHei"/>
              <a:cs typeface="Microsoft JhengHei"/>
              <a:sym typeface="Microsoft JhengHei"/>
            </a:endParaRPr>
          </a:p>
        </p:txBody>
      </p:sp>
      <p:sp>
        <p:nvSpPr>
          <p:cNvPr id="15" name="文字方塊 14">
            <a:extLst>
              <a:ext uri="{FF2B5EF4-FFF2-40B4-BE49-F238E27FC236}">
                <a16:creationId xmlns:a16="http://schemas.microsoft.com/office/drawing/2014/main" id="{32B01228-CAB0-801C-4B66-1DF58F202D6A}"/>
              </a:ext>
            </a:extLst>
          </p:cNvPr>
          <p:cNvSpPr txBox="1"/>
          <p:nvPr/>
        </p:nvSpPr>
        <p:spPr>
          <a:xfrm>
            <a:off x="149453" y="2125434"/>
            <a:ext cx="93945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✅等等吃啥</a:t>
            </a:r>
            <a:endParaRPr lang="en-US" altLang="zh-TW" sz="1050" dirty="0">
              <a:latin typeface="Microsoft JhengHei"/>
              <a:ea typeface="Microsoft JhengHei"/>
              <a:cs typeface="Microsoft JhengHei"/>
              <a:sym typeface="Microsoft JhengHei"/>
            </a:endParaRPr>
          </a:p>
        </p:txBody>
      </p:sp>
      <p:sp>
        <p:nvSpPr>
          <p:cNvPr id="17" name="文字方塊 16">
            <a:extLst>
              <a:ext uri="{FF2B5EF4-FFF2-40B4-BE49-F238E27FC236}">
                <a16:creationId xmlns:a16="http://schemas.microsoft.com/office/drawing/2014/main" id="{BB0C6822-9A98-762C-DEBD-7ED75B8EDA53}"/>
              </a:ext>
            </a:extLst>
          </p:cNvPr>
          <p:cNvSpPr txBox="1"/>
          <p:nvPr/>
        </p:nvSpPr>
        <p:spPr>
          <a:xfrm>
            <a:off x="165640" y="1738525"/>
            <a:ext cx="1186054"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✅不專業攝影師</a:t>
            </a:r>
            <a:endParaRPr lang="en-US" altLang="zh-TW" sz="1050" dirty="0">
              <a:latin typeface="Microsoft JhengHei"/>
              <a:ea typeface="Microsoft JhengHei"/>
              <a:cs typeface="Microsoft JhengHei"/>
              <a:sym typeface="Microsoft JhengHei"/>
            </a:endParaRPr>
          </a:p>
        </p:txBody>
      </p:sp>
      <p:sp>
        <p:nvSpPr>
          <p:cNvPr id="19" name="文字方塊 18">
            <a:extLst>
              <a:ext uri="{FF2B5EF4-FFF2-40B4-BE49-F238E27FC236}">
                <a16:creationId xmlns:a16="http://schemas.microsoft.com/office/drawing/2014/main" id="{3C5C2C5F-9339-0623-1A53-677820F75495}"/>
              </a:ext>
            </a:extLst>
          </p:cNvPr>
          <p:cNvSpPr txBox="1"/>
          <p:nvPr/>
        </p:nvSpPr>
        <p:spPr>
          <a:xfrm>
            <a:off x="149453" y="2503088"/>
            <a:ext cx="852240"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✅置物櫃</a:t>
            </a:r>
            <a:endParaRPr lang="en-US" altLang="zh-TW" sz="1050" dirty="0">
              <a:latin typeface="Microsoft JhengHei"/>
              <a:ea typeface="Microsoft JhengHei"/>
              <a:cs typeface="Microsoft JhengHei"/>
              <a:sym typeface="Microsoft JhengHei"/>
            </a:endParaRPr>
          </a:p>
        </p:txBody>
      </p:sp>
      <p:sp>
        <p:nvSpPr>
          <p:cNvPr id="21" name="文字方塊 20">
            <a:extLst>
              <a:ext uri="{FF2B5EF4-FFF2-40B4-BE49-F238E27FC236}">
                <a16:creationId xmlns:a16="http://schemas.microsoft.com/office/drawing/2014/main" id="{10867ED2-7ADC-A581-07F5-042010E138A3}"/>
              </a:ext>
            </a:extLst>
          </p:cNvPr>
          <p:cNvSpPr txBox="1"/>
          <p:nvPr/>
        </p:nvSpPr>
        <p:spPr>
          <a:xfrm>
            <a:off x="168896" y="2930341"/>
            <a:ext cx="913701"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✅搬家工人</a:t>
            </a:r>
            <a:endParaRPr lang="en-US" altLang="zh-TW" sz="1050" dirty="0">
              <a:latin typeface="Microsoft JhengHei"/>
              <a:ea typeface="Microsoft JhengHei"/>
              <a:cs typeface="Microsoft JhengHei"/>
              <a:sym typeface="Microsoft JhengHei"/>
            </a:endParaRPr>
          </a:p>
        </p:txBody>
      </p:sp>
      <p:sp>
        <p:nvSpPr>
          <p:cNvPr id="23" name="文字方塊 22">
            <a:extLst>
              <a:ext uri="{FF2B5EF4-FFF2-40B4-BE49-F238E27FC236}">
                <a16:creationId xmlns:a16="http://schemas.microsoft.com/office/drawing/2014/main" id="{60ABD0B3-0717-E762-EC3E-81ABADC424D0}"/>
              </a:ext>
            </a:extLst>
          </p:cNvPr>
          <p:cNvSpPr txBox="1"/>
          <p:nvPr/>
        </p:nvSpPr>
        <p:spPr>
          <a:xfrm>
            <a:off x="2210002" y="1250099"/>
            <a:ext cx="913701" cy="3385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600" b="1" dirty="0">
                <a:solidFill>
                  <a:srgbClr val="FF0000"/>
                </a:solidFill>
                <a:latin typeface="Microsoft JhengHei"/>
                <a:ea typeface="Microsoft JhengHei"/>
                <a:cs typeface="Microsoft JhengHei"/>
                <a:sym typeface="Microsoft JhengHei"/>
              </a:rPr>
              <a:t>✅挨罵</a:t>
            </a:r>
            <a:endParaRPr lang="en-US" altLang="zh-TW" sz="1600" b="1" dirty="0">
              <a:solidFill>
                <a:srgbClr val="FF0000"/>
              </a:solidFill>
              <a:latin typeface="Microsoft JhengHei"/>
              <a:ea typeface="Microsoft JhengHei"/>
              <a:cs typeface="Microsoft JhengHei"/>
              <a:sym typeface="Microsoft JhengHei"/>
            </a:endParaRPr>
          </a:p>
        </p:txBody>
      </p:sp>
      <p:pic>
        <p:nvPicPr>
          <p:cNvPr id="25" name="圖片 24">
            <a:extLst>
              <a:ext uri="{FF2B5EF4-FFF2-40B4-BE49-F238E27FC236}">
                <a16:creationId xmlns:a16="http://schemas.microsoft.com/office/drawing/2014/main" id="{44F7D653-8335-E24B-F99B-95802343581A}"/>
              </a:ext>
            </a:extLst>
          </p:cNvPr>
          <p:cNvPicPr>
            <a:picLocks noChangeAspect="1"/>
          </p:cNvPicPr>
          <p:nvPr/>
        </p:nvPicPr>
        <p:blipFill>
          <a:blip r:embed="rId11"/>
          <a:stretch>
            <a:fillRect/>
          </a:stretch>
        </p:blipFill>
        <p:spPr>
          <a:xfrm flipH="1">
            <a:off x="7313468" y="443726"/>
            <a:ext cx="1047750" cy="1219200"/>
          </a:xfrm>
          <a:prstGeom prst="rect">
            <a:avLst/>
          </a:prstGeom>
        </p:spPr>
      </p:pic>
      <p:pic>
        <p:nvPicPr>
          <p:cNvPr id="27" name="圖片 26" descr="holiday luggage bag game pixel art vector illustration 23874400 Vector Art  at Vecteezy">
            <a:extLst>
              <a:ext uri="{FF2B5EF4-FFF2-40B4-BE49-F238E27FC236}">
                <a16:creationId xmlns:a16="http://schemas.microsoft.com/office/drawing/2014/main" id="{CEC0408B-54CF-8378-5804-98D7F67024F7}"/>
              </a:ext>
            </a:extLst>
          </p:cNvPr>
          <p:cNvPicPr>
            <a:picLocks noChangeAspect="1"/>
          </p:cNvPicPr>
          <p:nvPr/>
        </p:nvPicPr>
        <p:blipFill>
          <a:blip r:embed="rId12">
            <a:extLst>
              <a:ext uri="{BEBA8EAE-BF5A-486C-A8C5-ECC9F3942E4B}">
                <a14:imgProps xmlns:a14="http://schemas.microsoft.com/office/drawing/2010/main">
                  <a14:imgLayer r:embed="rId13">
                    <a14:imgEffect>
                      <a14:artisticPencilSketch/>
                    </a14:imgEffect>
                  </a14:imgLayer>
                </a14:imgProps>
              </a:ext>
            </a:extLst>
          </a:blip>
          <a:stretch/>
        </p:blipFill>
        <p:spPr>
          <a:xfrm>
            <a:off x="186112" y="3240959"/>
            <a:ext cx="1673584" cy="1673584"/>
          </a:xfrm>
          <a:prstGeom prst="rect">
            <a:avLst/>
          </a:prstGeom>
        </p:spPr>
      </p:pic>
    </p:spTree>
    <p:extLst>
      <p:ext uri="{BB962C8B-B14F-4D97-AF65-F5344CB8AC3E}">
        <p14:creationId xmlns:p14="http://schemas.microsoft.com/office/powerpoint/2010/main" val="2108599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4159B083-0CFF-E097-4D52-035CFD48D99A}"/>
            </a:ext>
          </a:extLst>
        </p:cNvPr>
        <p:cNvGrpSpPr/>
        <p:nvPr/>
      </p:nvGrpSpPr>
      <p:grpSpPr>
        <a:xfrm>
          <a:off x="0" y="0"/>
          <a:ext cx="0" cy="0"/>
          <a:chOff x="0" y="0"/>
          <a:chExt cx="0" cy="0"/>
        </a:xfrm>
      </p:grpSpPr>
      <p:graphicFrame>
        <p:nvGraphicFramePr>
          <p:cNvPr id="76" name="Google Shape;76;p17">
            <a:extLst>
              <a:ext uri="{FF2B5EF4-FFF2-40B4-BE49-F238E27FC236}">
                <a16:creationId xmlns:a16="http://schemas.microsoft.com/office/drawing/2014/main" id="{FC0A62A1-51BC-0EA2-0FBB-336924B3FD42}"/>
              </a:ext>
            </a:extLst>
          </p:cNvPr>
          <p:cNvGraphicFramePr/>
          <p:nvPr>
            <p:extLst>
              <p:ext uri="{D42A27DB-BD31-4B8C-83A1-F6EECF244321}">
                <p14:modId xmlns:p14="http://schemas.microsoft.com/office/powerpoint/2010/main" val="2505947687"/>
              </p:ext>
            </p:extLst>
          </p:nvPr>
        </p:nvGraphicFramePr>
        <p:xfrm>
          <a:off x="3614775" y="0"/>
          <a:ext cx="5529225" cy="4830810"/>
        </p:xfrm>
        <a:graphic>
          <a:graphicData uri="http://schemas.openxmlformats.org/drawingml/2006/table">
            <a:tbl>
              <a:tblPr>
                <a:noFill/>
                <a:tableStyleId>{D27BCB22-5DEB-4D4A-AEB1-C0894EA97893}</a:tableStyleId>
              </a:tblPr>
              <a:tblGrid>
                <a:gridCol w="850825">
                  <a:extLst>
                    <a:ext uri="{9D8B030D-6E8A-4147-A177-3AD203B41FA5}">
                      <a16:colId xmlns:a16="http://schemas.microsoft.com/office/drawing/2014/main" val="20000"/>
                    </a:ext>
                  </a:extLst>
                </a:gridCol>
                <a:gridCol w="2938050">
                  <a:extLst>
                    <a:ext uri="{9D8B030D-6E8A-4147-A177-3AD203B41FA5}">
                      <a16:colId xmlns:a16="http://schemas.microsoft.com/office/drawing/2014/main" val="20001"/>
                    </a:ext>
                  </a:extLst>
                </a:gridCol>
                <a:gridCol w="1142525">
                  <a:extLst>
                    <a:ext uri="{9D8B030D-6E8A-4147-A177-3AD203B41FA5}">
                      <a16:colId xmlns:a16="http://schemas.microsoft.com/office/drawing/2014/main" val="20002"/>
                    </a:ext>
                  </a:extLst>
                </a:gridCol>
                <a:gridCol w="597825">
                  <a:extLst>
                    <a:ext uri="{9D8B030D-6E8A-4147-A177-3AD203B41FA5}">
                      <a16:colId xmlns:a16="http://schemas.microsoft.com/office/drawing/2014/main" val="20003"/>
                    </a:ext>
                  </a:extLst>
                </a:gridCol>
              </a:tblGrid>
              <a:tr h="345000">
                <a:tc>
                  <a:txBody>
                    <a:bodyPr/>
                    <a:lstStyle/>
                    <a:p>
                      <a:pPr marL="0" lvl="0" indent="0" algn="l" rtl="0">
                        <a:spcBef>
                          <a:spcPts val="0"/>
                        </a:spcBef>
                        <a:spcAft>
                          <a:spcPts val="0"/>
                        </a:spcAft>
                        <a:buClr>
                          <a:schemeClr val="dk1"/>
                        </a:buClr>
                        <a:buSzPts val="1100"/>
                        <a:buFont typeface="Arial"/>
                        <a:buNone/>
                      </a:pPr>
                      <a:r>
                        <a:rPr lang="zh-TW" sz="1000" b="1">
                          <a:solidFill>
                            <a:schemeClr val="lt1"/>
                          </a:solidFill>
                          <a:latin typeface="Microsoft JhengHei"/>
                          <a:ea typeface="Microsoft JhengHei"/>
                          <a:cs typeface="Microsoft JhengHei"/>
                          <a:sym typeface="Microsoft JhengHei"/>
                        </a:rPr>
                        <a:t>排版物件</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說明 ／ 資料庫連結</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背景</a:t>
                      </a:r>
                      <a:endParaRPr lang="en-US"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桃園機場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或看得出來是機場即可</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貓</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en-US" sz="800" dirty="0">
                          <a:solidFill>
                            <a:schemeClr val="dk1"/>
                          </a:solidFill>
                          <a:latin typeface="Microsoft JhengHei"/>
                          <a:ea typeface="Microsoft JhengHei"/>
                          <a:cs typeface="Microsoft JhengHei"/>
                          <a:sym typeface="Microsoft JhengHei"/>
                        </a:rPr>
                        <a:t>X:\grp.product.art.check\【</a:t>
                      </a:r>
                      <a:r>
                        <a:rPr lang="zh-TW" altLang="en-US" sz="800" dirty="0">
                          <a:solidFill>
                            <a:schemeClr val="dk1"/>
                          </a:solidFill>
                          <a:latin typeface="Microsoft JhengHei"/>
                          <a:ea typeface="Microsoft JhengHei"/>
                          <a:cs typeface="Microsoft JhengHei"/>
                          <a:sym typeface="Microsoft JhengHei"/>
                        </a:rPr>
                        <a:t>貓咖</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劇情對話貓</a:t>
                      </a:r>
                      <a:endParaRPr lang="en-US" altLang="zh-TW" sz="800" dirty="0">
                        <a:solidFill>
                          <a:schemeClr val="dk1"/>
                        </a:solidFill>
                        <a:latin typeface="Microsoft JhengHei"/>
                        <a:ea typeface="Microsoft JhengHei"/>
                        <a:cs typeface="Microsoft JhengHei"/>
                        <a:sym typeface="Microsoft JhengHei"/>
                      </a:endParaRPr>
                    </a:p>
                    <a:p>
                      <a:pPr marL="171450" lvl="0" indent="-171450" algn="l" rtl="0">
                        <a:spcBef>
                          <a:spcPts val="0"/>
                        </a:spcBef>
                        <a:spcAft>
                          <a:spcPts val="0"/>
                        </a:spcAft>
                        <a:buFontTx/>
                        <a:buChar char="-"/>
                      </a:pPr>
                      <a:r>
                        <a:rPr lang="en-US" altLang="zh-TW" sz="800" dirty="0">
                          <a:solidFill>
                            <a:schemeClr val="dk1"/>
                          </a:solidFill>
                          <a:latin typeface="Microsoft JhengHei"/>
                          <a:ea typeface="Microsoft JhengHei"/>
                          <a:cs typeface="Microsoft JhengHei"/>
                          <a:sym typeface="Microsoft JhengHei"/>
                        </a:rPr>
                        <a:t>Customer_0004_skin00_distressed</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無言或是擺臭臉</a:t>
                      </a:r>
                      <a:r>
                        <a:rPr lang="en-US" altLang="zh-TW" sz="800" dirty="0">
                          <a:solidFill>
                            <a:schemeClr val="dk1"/>
                          </a:solidFill>
                          <a:latin typeface="Microsoft JhengHei"/>
                          <a:ea typeface="Microsoft JhengHei"/>
                          <a:cs typeface="Microsoft JhengHei"/>
                          <a:sym typeface="Microsoft JhengHei"/>
                        </a:rPr>
                        <a:t>)</a:t>
                      </a:r>
                    </a:p>
                    <a:p>
                      <a:pPr marL="171450" lvl="0" indent="-171450" algn="l" rtl="0">
                        <a:spcBef>
                          <a:spcPts val="0"/>
                        </a:spcBef>
                        <a:spcAft>
                          <a:spcPts val="0"/>
                        </a:spcAft>
                        <a:buFontTx/>
                        <a:buChar char="-"/>
                      </a:pPr>
                      <a:r>
                        <a:rPr lang="zh-TW" altLang="en-US" sz="800" dirty="0">
                          <a:solidFill>
                            <a:schemeClr val="dk1"/>
                          </a:solidFill>
                          <a:latin typeface="Microsoft JhengHei"/>
                          <a:ea typeface="Microsoft JhengHei"/>
                          <a:cs typeface="Microsoft JhengHei"/>
                          <a:sym typeface="Microsoft JhengHei"/>
                        </a:rPr>
                        <a:t>穿</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r>
                        <a:rPr lang="en-US" altLang="zh-TW" sz="800" dirty="0">
                          <a:solidFill>
                            <a:schemeClr val="dk1"/>
                          </a:solidFill>
                          <a:latin typeface="Microsoft JhengHei"/>
                          <a:ea typeface="Microsoft JhengHei"/>
                          <a:cs typeface="Microsoft JhengHei"/>
                          <a:sym typeface="Microsoft JhengHei"/>
                        </a:rPr>
                        <a:t>bo_99</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2"/>
                  </a:ext>
                </a:extLst>
              </a:tr>
              <a:tr h="423400">
                <a:tc>
                  <a:txBody>
                    <a:bodyPr/>
                    <a:lstStyle/>
                    <a:p>
                      <a:pPr marL="0" lvl="0" indent="0" algn="l" rtl="0">
                        <a:spcBef>
                          <a:spcPts val="0"/>
                        </a:spcBef>
                        <a:spcAft>
                          <a:spcPts val="0"/>
                        </a:spcAft>
                        <a:buNone/>
                      </a:pP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endParaRPr lang="en-US" altLang="zh-TW"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3"/>
                  </a:ext>
                </a:extLst>
              </a:tr>
              <a:tr h="423400">
                <a:tc>
                  <a:txBody>
                    <a:bodyPr/>
                    <a:lstStyle/>
                    <a:p>
                      <a:pPr marL="0" lvl="0" indent="0" algn="l" rtl="0">
                        <a:spcBef>
                          <a:spcPts val="0"/>
                        </a:spcBef>
                        <a:spcAft>
                          <a:spcPts val="0"/>
                        </a:spcAft>
                        <a:buNone/>
                      </a:pPr>
                      <a:endParaRPr sz="80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4"/>
                  </a:ext>
                </a:extLst>
              </a:tr>
              <a:tr h="345000">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視角／鏡位</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動態說明</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文案/ 對白</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5"/>
                  </a:ext>
                </a:extLst>
              </a:tr>
              <a:tr h="459975">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特寫</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特寫瑄瑄，瑄瑄斜眼看阿光</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跟隨節拍列出文字</a:t>
                      </a:r>
                      <a:r>
                        <a:rPr lang="en-US" altLang="zh-TW" sz="800" dirty="0">
                          <a:solidFill>
                            <a:schemeClr val="dk1"/>
                          </a:solidFill>
                          <a:latin typeface="Microsoft JhengHei"/>
                          <a:ea typeface="Microsoft JhengHei"/>
                          <a:cs typeface="Microsoft JhengHei"/>
                          <a:sym typeface="Microsoft JhengHei"/>
                        </a:rPr>
                        <a:t>:</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✅買機票</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✅訂飯店</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✅排行程</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✅專業模特</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買網路</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✅換日幣</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✅整理行李</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✅填</a:t>
                      </a:r>
                      <a:r>
                        <a:rPr lang="en-US" altLang="zh-TW" sz="800" dirty="0">
                          <a:solidFill>
                            <a:schemeClr val="dk1"/>
                          </a:solidFill>
                          <a:latin typeface="Microsoft JhengHei"/>
                          <a:ea typeface="Microsoft JhengHei"/>
                          <a:cs typeface="Microsoft JhengHei"/>
                          <a:sym typeface="Microsoft JhengHei"/>
                        </a:rPr>
                        <a:t>VJW</a:t>
                      </a: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✅等人大便</a:t>
                      </a:r>
                      <a:endParaRPr lang="en-US" altLang="zh-TW" sz="800" dirty="0">
                        <a:solidFill>
                          <a:schemeClr val="dk1"/>
                        </a:solidFill>
                        <a:latin typeface="Microsoft JhengHei"/>
                        <a:ea typeface="Microsoft JhengHei"/>
                        <a:cs typeface="Microsoft JhengHei"/>
                        <a:sym typeface="Microsoft JhengHei"/>
                      </a:endParaRPr>
                    </a:p>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✅罵人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特別著重</a:t>
                      </a:r>
                      <a:r>
                        <a:rPr lang="en-US" altLang="zh-TW" sz="800" dirty="0">
                          <a:solidFill>
                            <a:schemeClr val="dk1"/>
                          </a:solidFill>
                          <a:latin typeface="Microsoft JhengHei"/>
                          <a:ea typeface="Microsoft JhengHei"/>
                          <a:cs typeface="Microsoft JhengHei"/>
                          <a:sym typeface="Microsoft JhengHei"/>
                        </a:rPr>
                        <a:t>)</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3-4s</a:t>
                      </a:r>
                      <a:endParaRPr sz="8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59975">
                <a:tc>
                  <a:txBody>
                    <a:bodyPr/>
                    <a:lstStyle/>
                    <a:p>
                      <a:pPr marL="0" lvl="0" indent="0" algn="l" rtl="0">
                        <a:lnSpc>
                          <a:spcPct val="60000"/>
                        </a:lnSpc>
                        <a:spcBef>
                          <a:spcPts val="0"/>
                        </a:spcBef>
                        <a:spcAft>
                          <a:spcPts val="0"/>
                        </a:spcAft>
                        <a:buNone/>
                      </a:pPr>
                      <a:r>
                        <a:rPr lang="zh-TW" sz="1000" b="1" dirty="0">
                          <a:solidFill>
                            <a:schemeClr val="lt1"/>
                          </a:solidFill>
                          <a:latin typeface="Microsoft JhengHei"/>
                          <a:ea typeface="Microsoft JhengHei"/>
                          <a:cs typeface="Microsoft JhengHei"/>
                          <a:sym typeface="Microsoft JhengHei"/>
                        </a:rPr>
                        <a:t>音樂</a:t>
                      </a:r>
                      <a:endParaRPr sz="1000" b="1" dirty="0">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換成緊張刺激配樂，可參考 </a:t>
                      </a:r>
                      <a:r>
                        <a:rPr lang="en-US" altLang="zh-TW" sz="800" dirty="0">
                          <a:solidFill>
                            <a:srgbClr val="434343"/>
                          </a:solidFill>
                          <a:latin typeface="Microsoft JhengHei"/>
                          <a:ea typeface="Microsoft JhengHei"/>
                          <a:cs typeface="Microsoft JhengHei"/>
                          <a:sym typeface="Microsoft JhengHei"/>
                          <a:hlinkClick r:id="rId3"/>
                        </a:rPr>
                        <a:t>Link</a:t>
                      </a:r>
                      <a:r>
                        <a:rPr lang="zh-TW" altLang="en-US" sz="800" dirty="0">
                          <a:solidFill>
                            <a:srgbClr val="434343"/>
                          </a:solidFill>
                          <a:latin typeface="Microsoft JhengHei"/>
                          <a:ea typeface="Microsoft JhengHei"/>
                          <a:cs typeface="Microsoft JhengHei"/>
                          <a:sym typeface="Microsoft JhengHei"/>
                        </a:rPr>
                        <a:t>的後半段</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0"/>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音效</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X</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1"/>
                  </a:ext>
                </a:extLst>
              </a:tr>
            </a:tbl>
          </a:graphicData>
        </a:graphic>
      </p:graphicFrame>
      <p:graphicFrame>
        <p:nvGraphicFramePr>
          <p:cNvPr id="77" name="Google Shape;77;p17">
            <a:extLst>
              <a:ext uri="{FF2B5EF4-FFF2-40B4-BE49-F238E27FC236}">
                <a16:creationId xmlns:a16="http://schemas.microsoft.com/office/drawing/2014/main" id="{0D3B38C4-9CD7-C9D7-9D4C-B75862046EDE}"/>
              </a:ext>
            </a:extLst>
          </p:cNvPr>
          <p:cNvGraphicFramePr/>
          <p:nvPr/>
        </p:nvGraphicFramePr>
        <p:xfrm>
          <a:off x="-12" y="335238"/>
          <a:ext cx="3614775" cy="4808250"/>
        </p:xfrm>
        <a:graphic>
          <a:graphicData uri="http://schemas.openxmlformats.org/drawingml/2006/table">
            <a:tbl>
              <a:tblPr>
                <a:noFill/>
                <a:tableStyleId>{D27BCB22-5DEB-4D4A-AEB1-C0894EA97893}</a:tableStyleId>
              </a:tblPr>
              <a:tblGrid>
                <a:gridCol w="1278700">
                  <a:extLst>
                    <a:ext uri="{9D8B030D-6E8A-4147-A177-3AD203B41FA5}">
                      <a16:colId xmlns:a16="http://schemas.microsoft.com/office/drawing/2014/main" val="20000"/>
                    </a:ext>
                  </a:extLst>
                </a:gridCol>
                <a:gridCol w="518800">
                  <a:extLst>
                    <a:ext uri="{9D8B030D-6E8A-4147-A177-3AD203B41FA5}">
                      <a16:colId xmlns:a16="http://schemas.microsoft.com/office/drawing/2014/main" val="20001"/>
                    </a:ext>
                  </a:extLst>
                </a:gridCol>
                <a:gridCol w="1817275">
                  <a:extLst>
                    <a:ext uri="{9D8B030D-6E8A-4147-A177-3AD203B41FA5}">
                      <a16:colId xmlns:a16="http://schemas.microsoft.com/office/drawing/2014/main" val="20002"/>
                    </a:ext>
                  </a:extLst>
                </a:gridCol>
              </a:tblGrid>
              <a:tr h="1158875">
                <a:tc rowSpan="2" gridSpan="3">
                  <a:txBody>
                    <a:bodyPr/>
                    <a:lstStyle/>
                    <a:p>
                      <a:pPr marL="0" lvl="0" indent="0" algn="l" rtl="0">
                        <a:lnSpc>
                          <a:spcPct val="60000"/>
                        </a:lnSpc>
                        <a:spcBef>
                          <a:spcPts val="0"/>
                        </a:spcBef>
                        <a:spcAft>
                          <a:spcPts val="0"/>
                        </a:spcAft>
                        <a:buNone/>
                      </a:pPr>
                      <a:endParaRPr sz="800" dirty="0">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hMerge="1">
                  <a:txBody>
                    <a:bodyPr/>
                    <a:lstStyle/>
                    <a:p>
                      <a:endParaRPr lang="zh-TW"/>
                    </a:p>
                  </a:txBody>
                  <a:tcPr/>
                </a:tc>
                <a:tc rowSpan="2" hMerge="1">
                  <a:txBody>
                    <a:bodyPr/>
                    <a:lstStyle/>
                    <a:p>
                      <a:endParaRPr lang="zh-TW"/>
                    </a:p>
                  </a:txBody>
                  <a:tcPr/>
                </a:tc>
                <a:extLst>
                  <a:ext uri="{0D108BD9-81ED-4DB2-BD59-A6C34878D82A}">
                    <a16:rowId xmlns:a16="http://schemas.microsoft.com/office/drawing/2014/main" val="10000"/>
                  </a:ext>
                </a:extLst>
              </a:tr>
              <a:tr h="3649375">
                <a:tc gridSpan="3" vMerge="1">
                  <a:txBody>
                    <a:bodyPr/>
                    <a:lstStyle/>
                    <a:p>
                      <a:endParaRPr lang="zh-TW"/>
                    </a:p>
                  </a:txBody>
                  <a:tcPr/>
                </a:tc>
                <a:tc hMerge="1" vMerge="1">
                  <a:txBody>
                    <a:bodyPr/>
                    <a:lstStyle/>
                    <a:p>
                      <a:endParaRPr lang="zh-TW"/>
                    </a:p>
                  </a:txBody>
                  <a:tcPr/>
                </a:tc>
                <a:tc hMerge="1" vMerge="1">
                  <a:txBody>
                    <a:bodyPr/>
                    <a:lstStyle/>
                    <a:p>
                      <a:endParaRPr lang="zh-TW"/>
                    </a:p>
                  </a:txBody>
                  <a:tcPr/>
                </a:tc>
                <a:extLst>
                  <a:ext uri="{0D108BD9-81ED-4DB2-BD59-A6C34878D82A}">
                    <a16:rowId xmlns:a16="http://schemas.microsoft.com/office/drawing/2014/main" val="10001"/>
                  </a:ext>
                </a:extLst>
              </a:tr>
            </a:tbl>
          </a:graphicData>
        </a:graphic>
      </p:graphicFrame>
      <p:graphicFrame>
        <p:nvGraphicFramePr>
          <p:cNvPr id="78" name="Google Shape;78;p17">
            <a:extLst>
              <a:ext uri="{FF2B5EF4-FFF2-40B4-BE49-F238E27FC236}">
                <a16:creationId xmlns:a16="http://schemas.microsoft.com/office/drawing/2014/main" id="{8B86B9F2-CC39-ECE0-9563-8F29AC8A24E7}"/>
              </a:ext>
            </a:extLst>
          </p:cNvPr>
          <p:cNvGraphicFramePr/>
          <p:nvPr>
            <p:extLst>
              <p:ext uri="{D42A27DB-BD31-4B8C-83A1-F6EECF244321}">
                <p14:modId xmlns:p14="http://schemas.microsoft.com/office/powerpoint/2010/main" val="924255499"/>
              </p:ext>
            </p:extLst>
          </p:nvPr>
        </p:nvGraphicFramePr>
        <p:xfrm>
          <a:off x="0" y="0"/>
          <a:ext cx="3614775" cy="335250"/>
        </p:xfrm>
        <a:graphic>
          <a:graphicData uri="http://schemas.openxmlformats.org/drawingml/2006/table">
            <a:tbl>
              <a:tblPr>
                <a:noFill/>
                <a:tableStyleId>{D27BCB22-5DEB-4D4A-AEB1-C0894EA97893}</a:tableStyleId>
              </a:tblPr>
              <a:tblGrid>
                <a:gridCol w="478650">
                  <a:extLst>
                    <a:ext uri="{9D8B030D-6E8A-4147-A177-3AD203B41FA5}">
                      <a16:colId xmlns:a16="http://schemas.microsoft.com/office/drawing/2014/main" val="20000"/>
                    </a:ext>
                  </a:extLst>
                </a:gridCol>
                <a:gridCol w="800050">
                  <a:extLst>
                    <a:ext uri="{9D8B030D-6E8A-4147-A177-3AD203B41FA5}">
                      <a16:colId xmlns:a16="http://schemas.microsoft.com/office/drawing/2014/main" val="20001"/>
                    </a:ext>
                  </a:extLst>
                </a:gridCol>
                <a:gridCol w="518800">
                  <a:extLst>
                    <a:ext uri="{9D8B030D-6E8A-4147-A177-3AD203B41FA5}">
                      <a16:colId xmlns:a16="http://schemas.microsoft.com/office/drawing/2014/main" val="20002"/>
                    </a:ext>
                  </a:extLst>
                </a:gridCol>
                <a:gridCol w="1817275">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分鏡</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3</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3-4s</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extLst>
                  <a:ext uri="{0D108BD9-81ED-4DB2-BD59-A6C34878D82A}">
                    <a16:rowId xmlns:a16="http://schemas.microsoft.com/office/drawing/2014/main" val="10000"/>
                  </a:ext>
                </a:extLst>
              </a:tr>
            </a:tbl>
          </a:graphicData>
        </a:graphic>
      </p:graphicFrame>
      <p:pic>
        <p:nvPicPr>
          <p:cNvPr id="3" name="圖片 2">
            <a:extLst>
              <a:ext uri="{FF2B5EF4-FFF2-40B4-BE49-F238E27FC236}">
                <a16:creationId xmlns:a16="http://schemas.microsoft.com/office/drawing/2014/main" id="{047AD124-9D2C-973E-52B9-1AB2DBE0710B}"/>
              </a:ext>
            </a:extLst>
          </p:cNvPr>
          <p:cNvPicPr>
            <a:picLocks noChangeAspect="1"/>
          </p:cNvPicPr>
          <p:nvPr/>
        </p:nvPicPr>
        <p:blipFill>
          <a:blip r:embed="rId4"/>
          <a:stretch>
            <a:fillRect/>
          </a:stretch>
        </p:blipFill>
        <p:spPr>
          <a:xfrm>
            <a:off x="6152931" y="1954923"/>
            <a:ext cx="1088958" cy="1887682"/>
          </a:xfrm>
          <a:prstGeom prst="rect">
            <a:avLst/>
          </a:prstGeom>
        </p:spPr>
      </p:pic>
      <p:pic>
        <p:nvPicPr>
          <p:cNvPr id="5" name="圖片 4" descr="桃園機場航廈指南｜往返第一航廈、第二航廈的3種免費交通，跑錯航廈也不怕- XINMEDIA欣傳媒｜最懂生活的咖">
            <a:extLst>
              <a:ext uri="{FF2B5EF4-FFF2-40B4-BE49-F238E27FC236}">
                <a16:creationId xmlns:a16="http://schemas.microsoft.com/office/drawing/2014/main" id="{E121FB76-2DD0-26F1-2A71-FD3D26CDDD13}"/>
              </a:ext>
            </a:extLst>
          </p:cNvPr>
          <p:cNvPicPr>
            <a:picLocks noChangeAspect="1"/>
          </p:cNvPicPr>
          <p:nvPr/>
        </p:nvPicPr>
        <p:blipFill>
          <a:blip r:embed="rId5"/>
          <a:srcRect r="57952"/>
          <a:stretch>
            <a:fillRect/>
          </a:stretch>
        </p:blipFill>
        <p:spPr>
          <a:xfrm>
            <a:off x="159302" y="553143"/>
            <a:ext cx="2923333" cy="3911907"/>
          </a:xfrm>
          <a:prstGeom prst="rect">
            <a:avLst/>
          </a:prstGeom>
        </p:spPr>
      </p:pic>
      <p:grpSp>
        <p:nvGrpSpPr>
          <p:cNvPr id="8" name="群組 7">
            <a:extLst>
              <a:ext uri="{FF2B5EF4-FFF2-40B4-BE49-F238E27FC236}">
                <a16:creationId xmlns:a16="http://schemas.microsoft.com/office/drawing/2014/main" id="{C73F09BD-13F4-D92C-EF09-D00134183AEF}"/>
              </a:ext>
            </a:extLst>
          </p:cNvPr>
          <p:cNvGrpSpPr/>
          <p:nvPr/>
        </p:nvGrpSpPr>
        <p:grpSpPr>
          <a:xfrm>
            <a:off x="734290" y="1674955"/>
            <a:ext cx="2348345" cy="3155853"/>
            <a:chOff x="928255" y="1662926"/>
            <a:chExt cx="1069127" cy="1421091"/>
          </a:xfrm>
        </p:grpSpPr>
        <p:pic>
          <p:nvPicPr>
            <p:cNvPr id="6" name="圖片 5">
              <a:extLst>
                <a:ext uri="{FF2B5EF4-FFF2-40B4-BE49-F238E27FC236}">
                  <a16:creationId xmlns:a16="http://schemas.microsoft.com/office/drawing/2014/main" id="{06388023-7762-3828-1447-657CBEFE67A7}"/>
                </a:ext>
              </a:extLst>
            </p:cNvPr>
            <p:cNvPicPr>
              <a:picLocks noChangeAspect="1"/>
            </p:cNvPicPr>
            <p:nvPr/>
          </p:nvPicPr>
          <p:blipFill>
            <a:blip r:embed="rId6"/>
            <a:stretch>
              <a:fillRect/>
            </a:stretch>
          </p:blipFill>
          <p:spPr>
            <a:xfrm>
              <a:off x="928255" y="1662926"/>
              <a:ext cx="1069127" cy="1244075"/>
            </a:xfrm>
            <a:prstGeom prst="rect">
              <a:avLst/>
            </a:prstGeom>
          </p:spPr>
        </p:pic>
        <p:pic>
          <p:nvPicPr>
            <p:cNvPr id="7" name="圖片 6">
              <a:extLst>
                <a:ext uri="{FF2B5EF4-FFF2-40B4-BE49-F238E27FC236}">
                  <a16:creationId xmlns:a16="http://schemas.microsoft.com/office/drawing/2014/main" id="{D5E319AA-FBE2-5F04-E605-340C465F7B86}"/>
                </a:ext>
              </a:extLst>
            </p:cNvPr>
            <p:cNvPicPr>
              <a:picLocks noChangeAspect="1"/>
            </p:cNvPicPr>
            <p:nvPr/>
          </p:nvPicPr>
          <p:blipFill>
            <a:blip r:embed="rId7"/>
            <a:stretch>
              <a:fillRect/>
            </a:stretch>
          </p:blipFill>
          <p:spPr>
            <a:xfrm flipH="1">
              <a:off x="1053241" y="2077639"/>
              <a:ext cx="805102" cy="1006378"/>
            </a:xfrm>
            <a:prstGeom prst="rect">
              <a:avLst/>
            </a:prstGeom>
          </p:spPr>
        </p:pic>
      </p:grpSp>
      <p:pic>
        <p:nvPicPr>
          <p:cNvPr id="9" name="圖片 8">
            <a:extLst>
              <a:ext uri="{FF2B5EF4-FFF2-40B4-BE49-F238E27FC236}">
                <a16:creationId xmlns:a16="http://schemas.microsoft.com/office/drawing/2014/main" id="{2EDC86C1-39A0-BEE4-6173-86A7C198E1F8}"/>
              </a:ext>
            </a:extLst>
          </p:cNvPr>
          <p:cNvPicPr>
            <a:picLocks noChangeAspect="1"/>
          </p:cNvPicPr>
          <p:nvPr/>
        </p:nvPicPr>
        <p:blipFill>
          <a:blip r:embed="rId8"/>
          <a:srcRect l="58485"/>
          <a:stretch>
            <a:fillRect/>
          </a:stretch>
        </p:blipFill>
        <p:spPr>
          <a:xfrm flipH="1">
            <a:off x="2000418" y="981065"/>
            <a:ext cx="1301884" cy="3682519"/>
          </a:xfrm>
          <a:prstGeom prst="rect">
            <a:avLst/>
          </a:prstGeom>
        </p:spPr>
      </p:pic>
      <p:pic>
        <p:nvPicPr>
          <p:cNvPr id="10" name="圖片 9">
            <a:extLst>
              <a:ext uri="{FF2B5EF4-FFF2-40B4-BE49-F238E27FC236}">
                <a16:creationId xmlns:a16="http://schemas.microsoft.com/office/drawing/2014/main" id="{E14B4192-C30A-BE68-8959-74BE4FD0D817}"/>
              </a:ext>
            </a:extLst>
          </p:cNvPr>
          <p:cNvPicPr>
            <a:picLocks noChangeAspect="1"/>
          </p:cNvPicPr>
          <p:nvPr/>
        </p:nvPicPr>
        <p:blipFill>
          <a:blip r:embed="rId9"/>
          <a:srcRect r="63577"/>
          <a:stretch>
            <a:fillRect/>
          </a:stretch>
        </p:blipFill>
        <p:spPr>
          <a:xfrm>
            <a:off x="2313266" y="2313850"/>
            <a:ext cx="769369" cy="2640400"/>
          </a:xfrm>
          <a:prstGeom prst="rect">
            <a:avLst/>
          </a:prstGeom>
        </p:spPr>
      </p:pic>
      <p:sp>
        <p:nvSpPr>
          <p:cNvPr id="13" name="文字方塊 12">
            <a:extLst>
              <a:ext uri="{FF2B5EF4-FFF2-40B4-BE49-F238E27FC236}">
                <a16:creationId xmlns:a16="http://schemas.microsoft.com/office/drawing/2014/main" id="{9751A267-C041-20CE-8366-CA2997C6B5D9}"/>
              </a:ext>
            </a:extLst>
          </p:cNvPr>
          <p:cNvSpPr txBox="1"/>
          <p:nvPr/>
        </p:nvSpPr>
        <p:spPr>
          <a:xfrm>
            <a:off x="2167250" y="3634050"/>
            <a:ext cx="1066809" cy="30777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zh-TW" altLang="en-US" sz="1400" b="1" dirty="0">
                <a:solidFill>
                  <a:srgbClr val="FF0000"/>
                </a:solidFill>
                <a:latin typeface="Microsoft JhengHei"/>
                <a:ea typeface="Microsoft JhengHei"/>
                <a:cs typeface="Microsoft JhengHei"/>
                <a:sym typeface="Microsoft JhengHei"/>
              </a:rPr>
              <a:t>✅罵人</a:t>
            </a:r>
            <a:endParaRPr lang="en-US" altLang="zh-TW" b="1" dirty="0">
              <a:solidFill>
                <a:srgbClr val="FF0000"/>
              </a:solidFill>
              <a:latin typeface="Microsoft JhengHei"/>
              <a:ea typeface="Microsoft JhengHei"/>
              <a:cs typeface="Microsoft JhengHei"/>
              <a:sym typeface="Microsoft JhengHei"/>
            </a:endParaRPr>
          </a:p>
        </p:txBody>
      </p:sp>
      <p:sp>
        <p:nvSpPr>
          <p:cNvPr id="14" name="文字方塊 13">
            <a:extLst>
              <a:ext uri="{FF2B5EF4-FFF2-40B4-BE49-F238E27FC236}">
                <a16:creationId xmlns:a16="http://schemas.microsoft.com/office/drawing/2014/main" id="{EE602031-29CD-DA59-7D66-C4F91A7B2058}"/>
              </a:ext>
            </a:extLst>
          </p:cNvPr>
          <p:cNvSpPr txBox="1"/>
          <p:nvPr/>
        </p:nvSpPr>
        <p:spPr>
          <a:xfrm>
            <a:off x="300545" y="806272"/>
            <a:ext cx="78703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✅買機票</a:t>
            </a:r>
            <a:endParaRPr lang="en-US" altLang="zh-TW" sz="1050" dirty="0">
              <a:latin typeface="Microsoft JhengHei"/>
              <a:ea typeface="Microsoft JhengHei"/>
              <a:cs typeface="Microsoft JhengHei"/>
              <a:sym typeface="Microsoft JhengHei"/>
            </a:endParaRPr>
          </a:p>
        </p:txBody>
      </p:sp>
      <p:sp>
        <p:nvSpPr>
          <p:cNvPr id="15" name="文字方塊 14">
            <a:extLst>
              <a:ext uri="{FF2B5EF4-FFF2-40B4-BE49-F238E27FC236}">
                <a16:creationId xmlns:a16="http://schemas.microsoft.com/office/drawing/2014/main" id="{9097A92A-6A96-BD52-2E1B-E9E3F52973D6}"/>
              </a:ext>
            </a:extLst>
          </p:cNvPr>
          <p:cNvSpPr txBox="1"/>
          <p:nvPr/>
        </p:nvSpPr>
        <p:spPr>
          <a:xfrm>
            <a:off x="292823" y="1154970"/>
            <a:ext cx="78703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✅訂飯店</a:t>
            </a:r>
            <a:endParaRPr lang="en-US" altLang="zh-TW" sz="1050" dirty="0">
              <a:latin typeface="Microsoft JhengHei"/>
              <a:ea typeface="Microsoft JhengHei"/>
              <a:cs typeface="Microsoft JhengHei"/>
              <a:sym typeface="Microsoft JhengHei"/>
            </a:endParaRPr>
          </a:p>
        </p:txBody>
      </p:sp>
      <p:sp>
        <p:nvSpPr>
          <p:cNvPr id="16" name="文字方塊 15">
            <a:extLst>
              <a:ext uri="{FF2B5EF4-FFF2-40B4-BE49-F238E27FC236}">
                <a16:creationId xmlns:a16="http://schemas.microsoft.com/office/drawing/2014/main" id="{B0F06871-AD4A-CF84-4108-D95E374FA23A}"/>
              </a:ext>
            </a:extLst>
          </p:cNvPr>
          <p:cNvSpPr txBox="1"/>
          <p:nvPr/>
        </p:nvSpPr>
        <p:spPr>
          <a:xfrm>
            <a:off x="292823" y="1567844"/>
            <a:ext cx="78703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✅排行程</a:t>
            </a:r>
            <a:endParaRPr lang="en-US" altLang="zh-TW" sz="1050" dirty="0">
              <a:latin typeface="Microsoft JhengHei"/>
              <a:ea typeface="Microsoft JhengHei"/>
              <a:cs typeface="Microsoft JhengHei"/>
              <a:sym typeface="Microsoft JhengHei"/>
            </a:endParaRPr>
          </a:p>
        </p:txBody>
      </p:sp>
      <p:sp>
        <p:nvSpPr>
          <p:cNvPr id="4" name="文字方塊 3">
            <a:extLst>
              <a:ext uri="{FF2B5EF4-FFF2-40B4-BE49-F238E27FC236}">
                <a16:creationId xmlns:a16="http://schemas.microsoft.com/office/drawing/2014/main" id="{9A4F44A2-5BD7-C4F4-6880-3BC61E6B2952}"/>
              </a:ext>
            </a:extLst>
          </p:cNvPr>
          <p:cNvSpPr txBox="1"/>
          <p:nvPr/>
        </p:nvSpPr>
        <p:spPr>
          <a:xfrm>
            <a:off x="300544" y="1954923"/>
            <a:ext cx="911729"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✅專業模特</a:t>
            </a:r>
            <a:endParaRPr lang="en-US" altLang="zh-TW" sz="1050" dirty="0">
              <a:latin typeface="Microsoft JhengHei"/>
              <a:ea typeface="Microsoft JhengHei"/>
              <a:cs typeface="Microsoft JhengHei"/>
              <a:sym typeface="Microsoft JhengHei"/>
            </a:endParaRPr>
          </a:p>
        </p:txBody>
      </p:sp>
      <p:sp>
        <p:nvSpPr>
          <p:cNvPr id="12" name="文字方塊 11">
            <a:extLst>
              <a:ext uri="{FF2B5EF4-FFF2-40B4-BE49-F238E27FC236}">
                <a16:creationId xmlns:a16="http://schemas.microsoft.com/office/drawing/2014/main" id="{4E684A7C-AD3B-605B-5665-1A92D155AE08}"/>
              </a:ext>
            </a:extLst>
          </p:cNvPr>
          <p:cNvSpPr txBox="1"/>
          <p:nvPr/>
        </p:nvSpPr>
        <p:spPr>
          <a:xfrm>
            <a:off x="315445" y="2330432"/>
            <a:ext cx="78703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en-US" altLang="zh-TW" sz="1050" dirty="0">
                <a:latin typeface="Microsoft JhengHei"/>
                <a:ea typeface="Microsoft JhengHei"/>
                <a:cs typeface="Microsoft JhengHei"/>
                <a:sym typeface="Microsoft JhengHei"/>
              </a:rPr>
              <a:t>✅</a:t>
            </a:r>
            <a:r>
              <a:rPr lang="zh-TW" altLang="en-US" sz="1050" dirty="0">
                <a:latin typeface="Microsoft JhengHei"/>
                <a:ea typeface="Microsoft JhengHei"/>
                <a:cs typeface="Microsoft JhengHei"/>
                <a:sym typeface="Microsoft JhengHei"/>
              </a:rPr>
              <a:t>買網路</a:t>
            </a:r>
            <a:endParaRPr lang="en-US" altLang="zh-TW" sz="1050" dirty="0">
              <a:latin typeface="Microsoft JhengHei"/>
              <a:ea typeface="Microsoft JhengHei"/>
              <a:cs typeface="Microsoft JhengHei"/>
              <a:sym typeface="Microsoft JhengHei"/>
            </a:endParaRPr>
          </a:p>
        </p:txBody>
      </p:sp>
      <p:sp>
        <p:nvSpPr>
          <p:cNvPr id="18" name="文字方塊 17">
            <a:extLst>
              <a:ext uri="{FF2B5EF4-FFF2-40B4-BE49-F238E27FC236}">
                <a16:creationId xmlns:a16="http://schemas.microsoft.com/office/drawing/2014/main" id="{CD0D9918-F2C1-B88E-4116-8315BC492A66}"/>
              </a:ext>
            </a:extLst>
          </p:cNvPr>
          <p:cNvSpPr txBox="1"/>
          <p:nvPr/>
        </p:nvSpPr>
        <p:spPr>
          <a:xfrm>
            <a:off x="329316" y="2713086"/>
            <a:ext cx="787037"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✅換日幣</a:t>
            </a:r>
            <a:endParaRPr lang="en-US" altLang="zh-TW" sz="1050" dirty="0">
              <a:latin typeface="Microsoft JhengHei"/>
              <a:ea typeface="Microsoft JhengHei"/>
              <a:cs typeface="Microsoft JhengHei"/>
              <a:sym typeface="Microsoft JhengHei"/>
            </a:endParaRPr>
          </a:p>
        </p:txBody>
      </p:sp>
      <p:sp>
        <p:nvSpPr>
          <p:cNvPr id="20" name="文字方塊 19">
            <a:extLst>
              <a:ext uri="{FF2B5EF4-FFF2-40B4-BE49-F238E27FC236}">
                <a16:creationId xmlns:a16="http://schemas.microsoft.com/office/drawing/2014/main" id="{014AAB3F-E69E-D1BA-5B71-1454A716B66F}"/>
              </a:ext>
            </a:extLst>
          </p:cNvPr>
          <p:cNvSpPr txBox="1"/>
          <p:nvPr/>
        </p:nvSpPr>
        <p:spPr>
          <a:xfrm>
            <a:off x="342288" y="3106113"/>
            <a:ext cx="914830"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✅整理行李</a:t>
            </a:r>
            <a:endParaRPr lang="en-US" altLang="zh-TW" sz="1050" dirty="0">
              <a:latin typeface="Microsoft JhengHei"/>
              <a:ea typeface="Microsoft JhengHei"/>
              <a:cs typeface="Microsoft JhengHei"/>
              <a:sym typeface="Microsoft JhengHei"/>
            </a:endParaRPr>
          </a:p>
        </p:txBody>
      </p:sp>
      <p:sp>
        <p:nvSpPr>
          <p:cNvPr id="22" name="文字方塊 21">
            <a:extLst>
              <a:ext uri="{FF2B5EF4-FFF2-40B4-BE49-F238E27FC236}">
                <a16:creationId xmlns:a16="http://schemas.microsoft.com/office/drawing/2014/main" id="{9B960482-F868-461C-1C5F-CD8C04563359}"/>
              </a:ext>
            </a:extLst>
          </p:cNvPr>
          <p:cNvSpPr txBox="1"/>
          <p:nvPr/>
        </p:nvSpPr>
        <p:spPr>
          <a:xfrm>
            <a:off x="324065" y="3486818"/>
            <a:ext cx="914830" cy="25391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lvl="0"/>
            <a:r>
              <a:rPr lang="zh-TW" altLang="en-US" sz="1050" dirty="0">
                <a:latin typeface="Microsoft JhengHei"/>
                <a:ea typeface="Microsoft JhengHei"/>
                <a:cs typeface="Microsoft JhengHei"/>
                <a:sym typeface="Microsoft JhengHei"/>
              </a:rPr>
              <a:t>✅等人大便</a:t>
            </a:r>
            <a:endParaRPr lang="en-US" altLang="zh-TW" sz="1050" dirty="0">
              <a:latin typeface="Microsoft JhengHei"/>
              <a:ea typeface="Microsoft JhengHei"/>
              <a:cs typeface="Microsoft JhengHei"/>
              <a:sym typeface="Microsoft JhengHei"/>
            </a:endParaRPr>
          </a:p>
        </p:txBody>
      </p:sp>
    </p:spTree>
    <p:extLst>
      <p:ext uri="{BB962C8B-B14F-4D97-AF65-F5344CB8AC3E}">
        <p14:creationId xmlns:p14="http://schemas.microsoft.com/office/powerpoint/2010/main" val="1378785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a:extLst>
            <a:ext uri="{FF2B5EF4-FFF2-40B4-BE49-F238E27FC236}">
              <a16:creationId xmlns:a16="http://schemas.microsoft.com/office/drawing/2014/main" id="{FDA429D5-BE6F-B5F2-315E-93517146DE0B}"/>
            </a:ext>
          </a:extLst>
        </p:cNvPr>
        <p:cNvGrpSpPr/>
        <p:nvPr/>
      </p:nvGrpSpPr>
      <p:grpSpPr>
        <a:xfrm>
          <a:off x="0" y="0"/>
          <a:ext cx="0" cy="0"/>
          <a:chOff x="0" y="0"/>
          <a:chExt cx="0" cy="0"/>
        </a:xfrm>
      </p:grpSpPr>
      <p:graphicFrame>
        <p:nvGraphicFramePr>
          <p:cNvPr id="76" name="Google Shape;76;p17">
            <a:extLst>
              <a:ext uri="{FF2B5EF4-FFF2-40B4-BE49-F238E27FC236}">
                <a16:creationId xmlns:a16="http://schemas.microsoft.com/office/drawing/2014/main" id="{9FA2D02D-F3A1-C258-24B4-241B7B524B62}"/>
              </a:ext>
            </a:extLst>
          </p:cNvPr>
          <p:cNvGraphicFramePr/>
          <p:nvPr>
            <p:extLst>
              <p:ext uri="{D42A27DB-BD31-4B8C-83A1-F6EECF244321}">
                <p14:modId xmlns:p14="http://schemas.microsoft.com/office/powerpoint/2010/main" val="2650830775"/>
              </p:ext>
            </p:extLst>
          </p:nvPr>
        </p:nvGraphicFramePr>
        <p:xfrm>
          <a:off x="3614775" y="0"/>
          <a:ext cx="5529225" cy="4260075"/>
        </p:xfrm>
        <a:graphic>
          <a:graphicData uri="http://schemas.openxmlformats.org/drawingml/2006/table">
            <a:tbl>
              <a:tblPr>
                <a:noFill/>
                <a:tableStyleId>{D27BCB22-5DEB-4D4A-AEB1-C0894EA97893}</a:tableStyleId>
              </a:tblPr>
              <a:tblGrid>
                <a:gridCol w="850825">
                  <a:extLst>
                    <a:ext uri="{9D8B030D-6E8A-4147-A177-3AD203B41FA5}">
                      <a16:colId xmlns:a16="http://schemas.microsoft.com/office/drawing/2014/main" val="20000"/>
                    </a:ext>
                  </a:extLst>
                </a:gridCol>
                <a:gridCol w="2938050">
                  <a:extLst>
                    <a:ext uri="{9D8B030D-6E8A-4147-A177-3AD203B41FA5}">
                      <a16:colId xmlns:a16="http://schemas.microsoft.com/office/drawing/2014/main" val="20001"/>
                    </a:ext>
                  </a:extLst>
                </a:gridCol>
                <a:gridCol w="1142525">
                  <a:extLst>
                    <a:ext uri="{9D8B030D-6E8A-4147-A177-3AD203B41FA5}">
                      <a16:colId xmlns:a16="http://schemas.microsoft.com/office/drawing/2014/main" val="20002"/>
                    </a:ext>
                  </a:extLst>
                </a:gridCol>
                <a:gridCol w="597825">
                  <a:extLst>
                    <a:ext uri="{9D8B030D-6E8A-4147-A177-3AD203B41FA5}">
                      <a16:colId xmlns:a16="http://schemas.microsoft.com/office/drawing/2014/main" val="20003"/>
                    </a:ext>
                  </a:extLst>
                </a:gridCol>
              </a:tblGrid>
              <a:tr h="345000">
                <a:tc>
                  <a:txBody>
                    <a:bodyPr/>
                    <a:lstStyle/>
                    <a:p>
                      <a:pPr marL="0" lvl="0" indent="0" algn="l" rtl="0">
                        <a:spcBef>
                          <a:spcPts val="0"/>
                        </a:spcBef>
                        <a:spcAft>
                          <a:spcPts val="0"/>
                        </a:spcAft>
                        <a:buClr>
                          <a:schemeClr val="dk1"/>
                        </a:buClr>
                        <a:buSzPts val="1100"/>
                        <a:buFont typeface="Arial"/>
                        <a:buNone/>
                      </a:pPr>
                      <a:r>
                        <a:rPr lang="zh-TW" sz="1000" b="1">
                          <a:solidFill>
                            <a:schemeClr val="lt1"/>
                          </a:solidFill>
                          <a:latin typeface="Microsoft JhengHei"/>
                          <a:ea typeface="Microsoft JhengHei"/>
                          <a:cs typeface="Microsoft JhengHei"/>
                          <a:sym typeface="Microsoft JhengHei"/>
                        </a:rPr>
                        <a:t>排版物件</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說明 ／ 資料庫連結</a:t>
                      </a:r>
                      <a:endParaRPr sz="1000">
                        <a:solidFill>
                          <a:schemeClr val="lt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背景</a:t>
                      </a:r>
                      <a:endParaRPr lang="en-US"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桃園機場 </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或看得出來是機場即可</a:t>
                      </a:r>
                      <a:r>
                        <a:rPr lang="en-US" altLang="zh-TW" sz="800" dirty="0">
                          <a:solidFill>
                            <a:schemeClr val="dk1"/>
                          </a:solidFill>
                          <a:latin typeface="Microsoft JhengHei"/>
                          <a:ea typeface="Microsoft JhengHei"/>
                          <a:cs typeface="Microsoft JhengHei"/>
                          <a:sym typeface="Microsoft JhengHei"/>
                        </a:rPr>
                        <a:t>)</a:t>
                      </a:r>
                      <a:r>
                        <a:rPr lang="zh-TW" altLang="en-US" sz="800" dirty="0">
                          <a:solidFill>
                            <a:schemeClr val="dk1"/>
                          </a:solidFill>
                          <a:latin typeface="Microsoft JhengHei"/>
                          <a:ea typeface="Microsoft JhengHei"/>
                          <a:cs typeface="Microsoft JhengHei"/>
                          <a:sym typeface="Microsoft JhengHei"/>
                        </a:rPr>
                        <a:t> </a:t>
                      </a: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lgn="ctr">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423400">
                <a:tc>
                  <a:txBody>
                    <a:bodyPr/>
                    <a:lstStyle/>
                    <a:p>
                      <a:pPr marL="0" lvl="0" indent="0" algn="l" rtl="0">
                        <a:spcBef>
                          <a:spcPts val="0"/>
                        </a:spcBef>
                        <a:spcAft>
                          <a:spcPts val="0"/>
                        </a:spcAft>
                        <a:buNone/>
                      </a:pPr>
                      <a:r>
                        <a:rPr lang="zh-TW" altLang="en-US" sz="800" dirty="0">
                          <a:solidFill>
                            <a:srgbClr val="434343"/>
                          </a:solidFill>
                          <a:latin typeface="Microsoft JhengHei"/>
                          <a:ea typeface="Microsoft JhengHei"/>
                          <a:cs typeface="Microsoft JhengHei"/>
                          <a:sym typeface="Microsoft JhengHei"/>
                        </a:rPr>
                        <a:t>機票</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兌換碼</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2"/>
                  </a:ext>
                </a:extLst>
              </a:tr>
              <a:tr h="423400">
                <a:tc>
                  <a:txBody>
                    <a:bodyPr/>
                    <a:lstStyle/>
                    <a:p>
                      <a:pPr marL="0" lvl="0" indent="0" algn="l" rtl="0">
                        <a:spcBef>
                          <a:spcPts val="0"/>
                        </a:spcBef>
                        <a:spcAft>
                          <a:spcPts val="0"/>
                        </a:spcAft>
                        <a:buNone/>
                      </a:pP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gridSpan="3">
                  <a:txBody>
                    <a:bodyPr/>
                    <a:lstStyle/>
                    <a:p>
                      <a:pPr marL="0" lvl="0" indent="0" algn="l" rtl="0">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3"/>
                  </a:ext>
                </a:extLst>
              </a:tr>
              <a:tr h="345000">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視角／鏡位</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dirty="0">
                          <a:solidFill>
                            <a:schemeClr val="lt1"/>
                          </a:solidFill>
                          <a:latin typeface="Microsoft JhengHei"/>
                          <a:ea typeface="Microsoft JhengHei"/>
                          <a:cs typeface="Microsoft JhengHei"/>
                          <a:sym typeface="Microsoft JhengHei"/>
                        </a:rPr>
                        <a:t>動態說明</a:t>
                      </a:r>
                      <a:endParaRPr sz="1000" b="1" dirty="0">
                        <a:solidFill>
                          <a:schemeClr val="lt1"/>
                        </a:solidFill>
                        <a:latin typeface="Microsoft JhengHei"/>
                        <a:ea typeface="Microsoft JhengHei"/>
                        <a:cs typeface="Microsoft JhengHei"/>
                        <a:sym typeface="Microsoft JhengHei"/>
                      </a:endParaRPr>
                    </a:p>
                  </a:txBody>
                  <a:tcPr marL="91425" marR="91425" marT="91425" marB="91425" anchor="ctr">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文案/ 對白</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a:txBody>
                    <a:bodyPr/>
                    <a:lstStyle/>
                    <a:p>
                      <a:pPr marL="0" lvl="0" indent="0" algn="l" rtl="0">
                        <a:lnSpc>
                          <a:spcPct val="100000"/>
                        </a:lnSpc>
                        <a:spcBef>
                          <a:spcPts val="0"/>
                        </a:spcBef>
                        <a:spcAft>
                          <a:spcPts val="0"/>
                        </a:spcAft>
                        <a:buNone/>
                      </a:pPr>
                      <a:r>
                        <a:rPr lang="zh-TW" sz="1000" b="1" dirty="0">
                          <a:solidFill>
                            <a:schemeClr val="lt1"/>
                          </a:solidFill>
                          <a:latin typeface="Microsoft JhengHei"/>
                          <a:ea typeface="Microsoft JhengHei"/>
                          <a:cs typeface="Microsoft JhengHei"/>
                          <a:sym typeface="Microsoft JhengHei"/>
                        </a:rPr>
                        <a:t>秒數</a:t>
                      </a:r>
                      <a:endParaRPr sz="1000" b="1" dirty="0">
                        <a:solidFill>
                          <a:schemeClr val="lt1"/>
                        </a:solidFill>
                        <a:latin typeface="Microsoft JhengHei"/>
                        <a:ea typeface="Microsoft JhengHei"/>
                        <a:cs typeface="Microsoft JhengHei"/>
                        <a:sym typeface="Microsoft JhengHei"/>
                      </a:endParaRPr>
                    </a:p>
                  </a:txBody>
                  <a:tcPr marL="91425" marR="91425" marT="91425" marB="91425" anchor="ctr">
                    <a:lnL w="9525" cap="flat" cmpd="sng" algn="ctr">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5"/>
                  </a:ext>
                </a:extLst>
              </a:tr>
              <a:tr h="459975">
                <a:tc>
                  <a:txBody>
                    <a:bodyPr/>
                    <a:lstStyle/>
                    <a:p>
                      <a:pPr marL="0" lvl="0" indent="0" algn="l" rtl="0">
                        <a:spcBef>
                          <a:spcPts val="0"/>
                        </a:spcBef>
                        <a:spcAft>
                          <a:spcPts val="0"/>
                        </a:spcAft>
                        <a:buNone/>
                      </a:pPr>
                      <a:r>
                        <a:rPr lang="zh-TW" sz="800" dirty="0">
                          <a:solidFill>
                            <a:srgbClr val="434343"/>
                          </a:solidFill>
                          <a:latin typeface="Microsoft JhengHei"/>
                          <a:ea typeface="Microsoft JhengHei"/>
                          <a:cs typeface="Microsoft JhengHei"/>
                          <a:sym typeface="Microsoft JhengHei"/>
                        </a:rPr>
                        <a:t>平視／中景</a:t>
                      </a: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兌換碼從右側飄入</a:t>
                      </a:r>
                      <a:endParaRPr lang="en-US" altLang="zh-TW"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ctr"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兌換碼</a:t>
                      </a:r>
                      <a:endParaRPr lang="en-US" altLang="zh-TW" sz="800" dirty="0">
                        <a:solidFill>
                          <a:schemeClr val="dk1"/>
                        </a:solidFill>
                        <a:latin typeface="Microsoft JhengHei"/>
                        <a:ea typeface="Microsoft JhengHei"/>
                        <a:cs typeface="Microsoft JhengHei"/>
                        <a:sym typeface="Microsoft JhengHei"/>
                      </a:endParaRPr>
                    </a:p>
                    <a:p>
                      <a:pPr marL="0" lvl="0" indent="0" algn="ctr" rtl="0">
                        <a:spcBef>
                          <a:spcPts val="0"/>
                        </a:spcBef>
                        <a:spcAft>
                          <a:spcPts val="0"/>
                        </a:spcAft>
                        <a:buNone/>
                      </a:pPr>
                      <a:r>
                        <a:rPr lang="zh-TW" altLang="zh-TW" sz="800" dirty="0"/>
                        <a:t>【TRAVELTIME】</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1-2s</a:t>
                      </a:r>
                      <a:endParaRPr sz="8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59975">
                <a:tc>
                  <a:txBody>
                    <a:bodyPr/>
                    <a:lstStyle/>
                    <a:p>
                      <a:pPr marL="0" lvl="0" indent="0" algn="l" rtl="0">
                        <a:spcBef>
                          <a:spcPts val="0"/>
                        </a:spcBef>
                        <a:spcAft>
                          <a:spcPts val="0"/>
                        </a:spcAft>
                        <a:buNone/>
                      </a:pPr>
                      <a:endParaRPr sz="80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59975">
                <a:tc>
                  <a:txBody>
                    <a:bodyPr/>
                    <a:lstStyle/>
                    <a:p>
                      <a:pPr marL="0" lvl="0" indent="0" algn="l" rtl="0">
                        <a:spcBef>
                          <a:spcPts val="0"/>
                        </a:spcBef>
                        <a:spcAft>
                          <a:spcPts val="0"/>
                        </a:spcAft>
                        <a:buNone/>
                      </a:pPr>
                      <a:endParaRPr sz="800" dirty="0">
                        <a:solidFill>
                          <a:srgbClr val="434343"/>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lgn="ctr">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lgn="ctr">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lgn="ctr">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9"/>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音樂</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en-US" altLang="zh-TW" sz="800" dirty="0">
                          <a:solidFill>
                            <a:schemeClr val="dk1"/>
                          </a:solidFill>
                          <a:latin typeface="Microsoft JhengHei"/>
                          <a:ea typeface="Microsoft JhengHei"/>
                          <a:cs typeface="Microsoft JhengHei"/>
                          <a:sym typeface="Microsoft JhengHei"/>
                        </a:rPr>
                        <a:t>X</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0"/>
                  </a:ext>
                </a:extLst>
              </a:tr>
              <a:tr h="459975">
                <a:tc>
                  <a:txBody>
                    <a:bodyPr/>
                    <a:lstStyle/>
                    <a:p>
                      <a:pPr marL="0" lvl="0" indent="0" algn="l" rtl="0">
                        <a:lnSpc>
                          <a:spcPct val="60000"/>
                        </a:lnSpc>
                        <a:spcBef>
                          <a:spcPts val="0"/>
                        </a:spcBef>
                        <a:spcAft>
                          <a:spcPts val="0"/>
                        </a:spcAft>
                        <a:buNone/>
                      </a:pPr>
                      <a:r>
                        <a:rPr lang="zh-TW" sz="1000" b="1">
                          <a:solidFill>
                            <a:schemeClr val="lt1"/>
                          </a:solidFill>
                          <a:latin typeface="Microsoft JhengHei"/>
                          <a:ea typeface="Microsoft JhengHei"/>
                          <a:cs typeface="Microsoft JhengHei"/>
                          <a:sym typeface="Microsoft JhengHei"/>
                        </a:rPr>
                        <a:t>音效</a:t>
                      </a:r>
                      <a:endParaRPr sz="1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solidFill>
                      <a:srgbClr val="434343"/>
                    </a:solidFill>
                  </a:tcPr>
                </a:tc>
                <a:tc gridSpan="3">
                  <a:txBody>
                    <a:bodyPr/>
                    <a:lstStyle/>
                    <a:p>
                      <a:pPr marL="0" lvl="0" indent="0" algn="l" rtl="0">
                        <a:spcBef>
                          <a:spcPts val="0"/>
                        </a:spcBef>
                        <a:spcAft>
                          <a:spcPts val="0"/>
                        </a:spcAft>
                        <a:buNone/>
                      </a:pPr>
                      <a:r>
                        <a:rPr lang="zh-TW" altLang="en-US" sz="800" dirty="0">
                          <a:solidFill>
                            <a:schemeClr val="dk1"/>
                          </a:solidFill>
                          <a:latin typeface="Microsoft JhengHei"/>
                          <a:ea typeface="Microsoft JhengHei"/>
                          <a:cs typeface="Microsoft JhengHei"/>
                          <a:sym typeface="Microsoft JhengHei"/>
                        </a:rPr>
                        <a:t>飛機起飛的聲音</a:t>
                      </a:r>
                      <a:endParaRPr sz="800" dirty="0">
                        <a:solidFill>
                          <a:schemeClr val="dk1"/>
                        </a:solidFill>
                        <a:latin typeface="Microsoft JhengHei"/>
                        <a:ea typeface="Microsoft JhengHei"/>
                        <a:cs typeface="Microsoft JhengHei"/>
                        <a:sym typeface="Microsoft JhengHei"/>
                      </a:endParaRPr>
                    </a:p>
                  </a:txBody>
                  <a:tcPr marL="91425" marR="91425" marT="91425" marB="91425">
                    <a:lnL w="9525" cap="flat" cmpd="sng">
                      <a:solidFill>
                        <a:srgbClr val="666666"/>
                      </a:solidFill>
                      <a:prstDash val="solid"/>
                      <a:round/>
                      <a:headEnd type="none" w="sm" len="sm"/>
                      <a:tailEnd type="none" w="sm" len="sm"/>
                    </a:lnL>
                    <a:lnR w="9525" cap="flat" cmpd="sng">
                      <a:solidFill>
                        <a:srgbClr val="666666"/>
                      </a:solidFill>
                      <a:prstDash val="solid"/>
                      <a:round/>
                      <a:headEnd type="none" w="sm" len="sm"/>
                      <a:tailEnd type="none" w="sm" len="sm"/>
                    </a:lnR>
                    <a:lnT w="9525" cap="flat" cmpd="sng">
                      <a:solidFill>
                        <a:srgbClr val="666666"/>
                      </a:solidFill>
                      <a:prstDash val="solid"/>
                      <a:round/>
                      <a:headEnd type="none" w="sm" len="sm"/>
                      <a:tailEnd type="none" w="sm" len="sm"/>
                    </a:lnT>
                    <a:lnB w="9525" cap="flat" cmpd="sng">
                      <a:solidFill>
                        <a:srgbClr val="666666"/>
                      </a:solidFill>
                      <a:prstDash val="solid"/>
                      <a:round/>
                      <a:headEnd type="none" w="sm" len="sm"/>
                      <a:tailEnd type="none" w="sm" len="sm"/>
                    </a:lnB>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11"/>
                  </a:ext>
                </a:extLst>
              </a:tr>
            </a:tbl>
          </a:graphicData>
        </a:graphic>
      </p:graphicFrame>
      <p:graphicFrame>
        <p:nvGraphicFramePr>
          <p:cNvPr id="77" name="Google Shape;77;p17">
            <a:extLst>
              <a:ext uri="{FF2B5EF4-FFF2-40B4-BE49-F238E27FC236}">
                <a16:creationId xmlns:a16="http://schemas.microsoft.com/office/drawing/2014/main" id="{95ADD2F8-698E-761B-53AB-5154D2D51CAE}"/>
              </a:ext>
            </a:extLst>
          </p:cNvPr>
          <p:cNvGraphicFramePr/>
          <p:nvPr/>
        </p:nvGraphicFramePr>
        <p:xfrm>
          <a:off x="-12" y="335238"/>
          <a:ext cx="3614775" cy="4808250"/>
        </p:xfrm>
        <a:graphic>
          <a:graphicData uri="http://schemas.openxmlformats.org/drawingml/2006/table">
            <a:tbl>
              <a:tblPr>
                <a:noFill/>
                <a:tableStyleId>{D27BCB22-5DEB-4D4A-AEB1-C0894EA97893}</a:tableStyleId>
              </a:tblPr>
              <a:tblGrid>
                <a:gridCol w="1278700">
                  <a:extLst>
                    <a:ext uri="{9D8B030D-6E8A-4147-A177-3AD203B41FA5}">
                      <a16:colId xmlns:a16="http://schemas.microsoft.com/office/drawing/2014/main" val="20000"/>
                    </a:ext>
                  </a:extLst>
                </a:gridCol>
                <a:gridCol w="518800">
                  <a:extLst>
                    <a:ext uri="{9D8B030D-6E8A-4147-A177-3AD203B41FA5}">
                      <a16:colId xmlns:a16="http://schemas.microsoft.com/office/drawing/2014/main" val="20001"/>
                    </a:ext>
                  </a:extLst>
                </a:gridCol>
                <a:gridCol w="1817275">
                  <a:extLst>
                    <a:ext uri="{9D8B030D-6E8A-4147-A177-3AD203B41FA5}">
                      <a16:colId xmlns:a16="http://schemas.microsoft.com/office/drawing/2014/main" val="20002"/>
                    </a:ext>
                  </a:extLst>
                </a:gridCol>
              </a:tblGrid>
              <a:tr h="1158875">
                <a:tc rowSpan="2" gridSpan="3">
                  <a:txBody>
                    <a:bodyPr/>
                    <a:lstStyle/>
                    <a:p>
                      <a:pPr marL="0" lvl="0" indent="0" algn="l" rtl="0">
                        <a:lnSpc>
                          <a:spcPct val="60000"/>
                        </a:lnSpc>
                        <a:spcBef>
                          <a:spcPts val="0"/>
                        </a:spcBef>
                        <a:spcAft>
                          <a:spcPts val="0"/>
                        </a:spcAft>
                        <a:buNone/>
                      </a:pPr>
                      <a:endParaRPr sz="800" dirty="0">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rowSpan="2" hMerge="1">
                  <a:txBody>
                    <a:bodyPr/>
                    <a:lstStyle/>
                    <a:p>
                      <a:endParaRPr lang="zh-TW"/>
                    </a:p>
                  </a:txBody>
                  <a:tcPr/>
                </a:tc>
                <a:tc rowSpan="2" hMerge="1">
                  <a:txBody>
                    <a:bodyPr/>
                    <a:lstStyle/>
                    <a:p>
                      <a:endParaRPr lang="zh-TW"/>
                    </a:p>
                  </a:txBody>
                  <a:tcPr/>
                </a:tc>
                <a:extLst>
                  <a:ext uri="{0D108BD9-81ED-4DB2-BD59-A6C34878D82A}">
                    <a16:rowId xmlns:a16="http://schemas.microsoft.com/office/drawing/2014/main" val="10000"/>
                  </a:ext>
                </a:extLst>
              </a:tr>
              <a:tr h="3649375">
                <a:tc gridSpan="3" vMerge="1">
                  <a:txBody>
                    <a:bodyPr/>
                    <a:lstStyle/>
                    <a:p>
                      <a:endParaRPr lang="zh-TW"/>
                    </a:p>
                  </a:txBody>
                  <a:tcPr/>
                </a:tc>
                <a:tc hMerge="1" vMerge="1">
                  <a:txBody>
                    <a:bodyPr/>
                    <a:lstStyle/>
                    <a:p>
                      <a:endParaRPr lang="zh-TW"/>
                    </a:p>
                  </a:txBody>
                  <a:tcPr/>
                </a:tc>
                <a:tc hMerge="1" vMerge="1">
                  <a:txBody>
                    <a:bodyPr/>
                    <a:lstStyle/>
                    <a:p>
                      <a:endParaRPr lang="zh-TW"/>
                    </a:p>
                  </a:txBody>
                  <a:tcPr/>
                </a:tc>
                <a:extLst>
                  <a:ext uri="{0D108BD9-81ED-4DB2-BD59-A6C34878D82A}">
                    <a16:rowId xmlns:a16="http://schemas.microsoft.com/office/drawing/2014/main" val="10001"/>
                  </a:ext>
                </a:extLst>
              </a:tr>
            </a:tbl>
          </a:graphicData>
        </a:graphic>
      </p:graphicFrame>
      <p:graphicFrame>
        <p:nvGraphicFramePr>
          <p:cNvPr id="78" name="Google Shape;78;p17">
            <a:extLst>
              <a:ext uri="{FF2B5EF4-FFF2-40B4-BE49-F238E27FC236}">
                <a16:creationId xmlns:a16="http://schemas.microsoft.com/office/drawing/2014/main" id="{14DB715A-56F5-3A4A-E489-7668DFC6D77C}"/>
              </a:ext>
            </a:extLst>
          </p:cNvPr>
          <p:cNvGraphicFramePr/>
          <p:nvPr>
            <p:extLst>
              <p:ext uri="{D42A27DB-BD31-4B8C-83A1-F6EECF244321}">
                <p14:modId xmlns:p14="http://schemas.microsoft.com/office/powerpoint/2010/main" val="2783335511"/>
              </p:ext>
            </p:extLst>
          </p:nvPr>
        </p:nvGraphicFramePr>
        <p:xfrm>
          <a:off x="0" y="0"/>
          <a:ext cx="3614775" cy="335250"/>
        </p:xfrm>
        <a:graphic>
          <a:graphicData uri="http://schemas.openxmlformats.org/drawingml/2006/table">
            <a:tbl>
              <a:tblPr>
                <a:noFill/>
                <a:tableStyleId>{D27BCB22-5DEB-4D4A-AEB1-C0894EA97893}</a:tableStyleId>
              </a:tblPr>
              <a:tblGrid>
                <a:gridCol w="478650">
                  <a:extLst>
                    <a:ext uri="{9D8B030D-6E8A-4147-A177-3AD203B41FA5}">
                      <a16:colId xmlns:a16="http://schemas.microsoft.com/office/drawing/2014/main" val="20000"/>
                    </a:ext>
                  </a:extLst>
                </a:gridCol>
                <a:gridCol w="800050">
                  <a:extLst>
                    <a:ext uri="{9D8B030D-6E8A-4147-A177-3AD203B41FA5}">
                      <a16:colId xmlns:a16="http://schemas.microsoft.com/office/drawing/2014/main" val="20001"/>
                    </a:ext>
                  </a:extLst>
                </a:gridCol>
                <a:gridCol w="518800">
                  <a:extLst>
                    <a:ext uri="{9D8B030D-6E8A-4147-A177-3AD203B41FA5}">
                      <a16:colId xmlns:a16="http://schemas.microsoft.com/office/drawing/2014/main" val="20002"/>
                    </a:ext>
                  </a:extLst>
                </a:gridCol>
                <a:gridCol w="1817275">
                  <a:extLst>
                    <a:ext uri="{9D8B030D-6E8A-4147-A177-3AD203B41FA5}">
                      <a16:colId xmlns:a16="http://schemas.microsoft.com/office/drawing/2014/main" val="20003"/>
                    </a:ext>
                  </a:extLst>
                </a:gridCol>
              </a:tblGrid>
              <a:tr h="0">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分鏡</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altLang="zh-TW" sz="1000" b="1" dirty="0">
                          <a:solidFill>
                            <a:schemeClr val="lt1"/>
                          </a:solidFill>
                          <a:latin typeface="Microsoft JhengHei"/>
                          <a:ea typeface="Microsoft JhengHei"/>
                          <a:cs typeface="Microsoft JhengHei"/>
                          <a:sym typeface="Microsoft JhengHei"/>
                        </a:rPr>
                        <a:t>4</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CCCCCC"/>
                    </a:solidFill>
                  </a:tcPr>
                </a:tc>
                <a:tc>
                  <a:txBody>
                    <a:bodyPr/>
                    <a:lstStyle/>
                    <a:p>
                      <a:pPr marL="0" lvl="0" indent="0" algn="l" rtl="0">
                        <a:spcBef>
                          <a:spcPts val="0"/>
                        </a:spcBef>
                        <a:spcAft>
                          <a:spcPts val="0"/>
                        </a:spcAft>
                        <a:buNone/>
                      </a:pPr>
                      <a:r>
                        <a:rPr lang="zh-TW" sz="1000" b="1">
                          <a:solidFill>
                            <a:schemeClr val="lt1"/>
                          </a:solidFill>
                          <a:latin typeface="Microsoft JhengHei"/>
                          <a:ea typeface="Microsoft JhengHei"/>
                          <a:cs typeface="Microsoft JhengHei"/>
                          <a:sym typeface="Microsoft JhengHei"/>
                        </a:rPr>
                        <a:t>秒數</a:t>
                      </a:r>
                      <a:endParaRPr sz="1000" b="1">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434343"/>
                    </a:solidFill>
                  </a:tcPr>
                </a:tc>
                <a:tc>
                  <a:txBody>
                    <a:bodyPr/>
                    <a:lstStyle/>
                    <a:p>
                      <a:pPr marL="0" lvl="0" indent="0" algn="l" rtl="0">
                        <a:spcBef>
                          <a:spcPts val="0"/>
                        </a:spcBef>
                        <a:spcAft>
                          <a:spcPts val="0"/>
                        </a:spcAft>
                        <a:buNone/>
                      </a:pPr>
                      <a:r>
                        <a:rPr lang="en-US" sz="1000" b="1" dirty="0">
                          <a:solidFill>
                            <a:schemeClr val="lt1"/>
                          </a:solidFill>
                          <a:latin typeface="Microsoft JhengHei"/>
                          <a:ea typeface="Microsoft JhengHei"/>
                          <a:cs typeface="Microsoft JhengHei"/>
                          <a:sym typeface="Microsoft JhengHei"/>
                        </a:rPr>
                        <a:t>1-2s</a:t>
                      </a:r>
                      <a:endParaRPr sz="1000" b="1" dirty="0">
                        <a:solidFill>
                          <a:schemeClr val="lt1"/>
                        </a:solidFill>
                        <a:latin typeface="Microsoft JhengHei"/>
                        <a:ea typeface="Microsoft JhengHei"/>
                        <a:cs typeface="Microsoft JhengHei"/>
                        <a:sym typeface="Microsoft JhengHei"/>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7B7B7"/>
                    </a:solidFill>
                  </a:tcPr>
                </a:tc>
                <a:extLst>
                  <a:ext uri="{0D108BD9-81ED-4DB2-BD59-A6C34878D82A}">
                    <a16:rowId xmlns:a16="http://schemas.microsoft.com/office/drawing/2014/main" val="10000"/>
                  </a:ext>
                </a:extLst>
              </a:tr>
            </a:tbl>
          </a:graphicData>
        </a:graphic>
      </p:graphicFrame>
      <p:pic>
        <p:nvPicPr>
          <p:cNvPr id="4" name="圖片 3" descr="桃園機場航廈指南｜往返第一航廈、第二航廈的3種免費交通，跑錯航廈也不怕- XINMEDIA欣傳媒｜最懂生活的咖">
            <a:extLst>
              <a:ext uri="{FF2B5EF4-FFF2-40B4-BE49-F238E27FC236}">
                <a16:creationId xmlns:a16="http://schemas.microsoft.com/office/drawing/2014/main" id="{C96B1E63-EC42-BC63-8332-548648682988}"/>
              </a:ext>
            </a:extLst>
          </p:cNvPr>
          <p:cNvPicPr>
            <a:picLocks noChangeAspect="1"/>
          </p:cNvPicPr>
          <p:nvPr/>
        </p:nvPicPr>
        <p:blipFill>
          <a:blip r:embed="rId3"/>
          <a:stretch>
            <a:fillRect/>
          </a:stretch>
        </p:blipFill>
        <p:spPr>
          <a:xfrm>
            <a:off x="-24" y="867603"/>
            <a:ext cx="3624476" cy="2039398"/>
          </a:xfrm>
          <a:prstGeom prst="rect">
            <a:avLst/>
          </a:prstGeom>
        </p:spPr>
      </p:pic>
      <p:pic>
        <p:nvPicPr>
          <p:cNvPr id="8" name="圖片 7">
            <a:extLst>
              <a:ext uri="{FF2B5EF4-FFF2-40B4-BE49-F238E27FC236}">
                <a16:creationId xmlns:a16="http://schemas.microsoft.com/office/drawing/2014/main" id="{37BD9CD2-FBE6-3A87-377C-9C159893080A}"/>
              </a:ext>
            </a:extLst>
          </p:cNvPr>
          <p:cNvPicPr>
            <a:picLocks noChangeAspect="1"/>
          </p:cNvPicPr>
          <p:nvPr/>
        </p:nvPicPr>
        <p:blipFill>
          <a:blip r:embed="rId4"/>
          <a:stretch>
            <a:fillRect/>
          </a:stretch>
        </p:blipFill>
        <p:spPr>
          <a:xfrm flipH="1">
            <a:off x="1621714" y="1475509"/>
            <a:ext cx="1210327" cy="1421301"/>
          </a:xfrm>
          <a:prstGeom prst="rect">
            <a:avLst/>
          </a:prstGeom>
        </p:spPr>
      </p:pic>
      <p:pic>
        <p:nvPicPr>
          <p:cNvPr id="10" name="圖片 9">
            <a:extLst>
              <a:ext uri="{FF2B5EF4-FFF2-40B4-BE49-F238E27FC236}">
                <a16:creationId xmlns:a16="http://schemas.microsoft.com/office/drawing/2014/main" id="{6758CED0-93A2-5B26-7D4F-1EE8C040430D}"/>
              </a:ext>
            </a:extLst>
          </p:cNvPr>
          <p:cNvPicPr>
            <a:picLocks noChangeAspect="1"/>
          </p:cNvPicPr>
          <p:nvPr/>
        </p:nvPicPr>
        <p:blipFill>
          <a:blip r:embed="rId5"/>
          <a:stretch>
            <a:fillRect/>
          </a:stretch>
        </p:blipFill>
        <p:spPr>
          <a:xfrm>
            <a:off x="928255" y="1662926"/>
            <a:ext cx="1069127" cy="1244075"/>
          </a:xfrm>
          <a:prstGeom prst="rect">
            <a:avLst/>
          </a:prstGeom>
        </p:spPr>
      </p:pic>
      <p:pic>
        <p:nvPicPr>
          <p:cNvPr id="13" name="圖片 12" descr="holiday luggage bag game pixel art vector illustration 23874400 Vector Art  at Vecteezy">
            <a:extLst>
              <a:ext uri="{FF2B5EF4-FFF2-40B4-BE49-F238E27FC236}">
                <a16:creationId xmlns:a16="http://schemas.microsoft.com/office/drawing/2014/main" id="{8174844C-E81C-7E9A-06E7-EF057C558DD7}"/>
              </a:ext>
            </a:extLst>
          </p:cNvPr>
          <p:cNvPicPr>
            <a:picLocks noChangeAspect="1"/>
          </p:cNvPicPr>
          <p:nvPr/>
        </p:nvPicPr>
        <p:blipFill>
          <a:blip r:embed="rId6"/>
          <a:stretch/>
        </p:blipFill>
        <p:spPr>
          <a:xfrm flipH="1">
            <a:off x="2288290" y="2101899"/>
            <a:ext cx="805102" cy="805102"/>
          </a:xfrm>
          <a:prstGeom prst="rect">
            <a:avLst/>
          </a:prstGeom>
        </p:spPr>
      </p:pic>
      <p:pic>
        <p:nvPicPr>
          <p:cNvPr id="14" name="圖片 13" descr="holiday luggage bag game pixel art vector illustration 23874400 Vector Art  at Vecteezy">
            <a:extLst>
              <a:ext uri="{FF2B5EF4-FFF2-40B4-BE49-F238E27FC236}">
                <a16:creationId xmlns:a16="http://schemas.microsoft.com/office/drawing/2014/main" id="{C7862073-0E7B-3656-84DD-D1E7A6622042}"/>
              </a:ext>
            </a:extLst>
          </p:cNvPr>
          <p:cNvPicPr>
            <a:picLocks noChangeAspect="1"/>
          </p:cNvPicPr>
          <p:nvPr/>
        </p:nvPicPr>
        <p:blipFill>
          <a:blip r:embed="rId7">
            <a:extLst>
              <a:ext uri="{BEBA8EAE-BF5A-486C-A8C5-ECC9F3942E4B}">
                <a14:imgProps xmlns:a14="http://schemas.microsoft.com/office/drawing/2010/main">
                  <a14:imgLayer r:embed="rId8">
                    <a14:imgEffect>
                      <a14:artisticPencilSketch/>
                    </a14:imgEffect>
                  </a14:imgLayer>
                </a14:imgProps>
              </a:ext>
            </a:extLst>
          </a:blip>
          <a:stretch/>
        </p:blipFill>
        <p:spPr>
          <a:xfrm>
            <a:off x="1547805" y="2140551"/>
            <a:ext cx="740473" cy="740473"/>
          </a:xfrm>
          <a:prstGeom prst="rect">
            <a:avLst/>
          </a:prstGeom>
        </p:spPr>
      </p:pic>
      <p:pic>
        <p:nvPicPr>
          <p:cNvPr id="2" name="圖片 1" descr="Pixel art illustration Flight Ticket. Pixelated Boarding Pass. Boarding  Pass Flight Ticket icon pixelated for the pixel art game and icon for  website and game. old school retro. 53240580 Vector Art at">
            <a:extLst>
              <a:ext uri="{FF2B5EF4-FFF2-40B4-BE49-F238E27FC236}">
                <a16:creationId xmlns:a16="http://schemas.microsoft.com/office/drawing/2014/main" id="{A1859967-7A2E-F851-13E6-E21739692FB5}"/>
              </a:ext>
            </a:extLst>
          </p:cNvPr>
          <p:cNvPicPr>
            <a:picLocks noChangeAspect="1"/>
          </p:cNvPicPr>
          <p:nvPr/>
        </p:nvPicPr>
        <p:blipFill>
          <a:blip r:embed="rId9"/>
          <a:srcRect l="12448" t="33303" r="14825" b="35031"/>
          <a:stretch>
            <a:fillRect/>
          </a:stretch>
        </p:blipFill>
        <p:spPr>
          <a:xfrm>
            <a:off x="339538" y="1333830"/>
            <a:ext cx="2935699" cy="1278204"/>
          </a:xfrm>
          <a:prstGeom prst="rect">
            <a:avLst/>
          </a:prstGeom>
        </p:spPr>
      </p:pic>
      <p:sp>
        <p:nvSpPr>
          <p:cNvPr id="6" name="文字方塊 5">
            <a:extLst>
              <a:ext uri="{FF2B5EF4-FFF2-40B4-BE49-F238E27FC236}">
                <a16:creationId xmlns:a16="http://schemas.microsoft.com/office/drawing/2014/main" id="{37D0A6C4-BC0C-54FC-8ED6-52CFD5E7AF20}"/>
              </a:ext>
            </a:extLst>
          </p:cNvPr>
          <p:cNvSpPr txBox="1"/>
          <p:nvPr/>
        </p:nvSpPr>
        <p:spPr>
          <a:xfrm>
            <a:off x="672780" y="1672670"/>
            <a:ext cx="1787532"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lvl="0" indent="0" algn="ctr" rtl="0">
              <a:spcBef>
                <a:spcPts val="0"/>
              </a:spcBef>
              <a:spcAft>
                <a:spcPts val="0"/>
              </a:spcAft>
              <a:buNone/>
            </a:pPr>
            <a:r>
              <a:rPr lang="zh-TW" altLang="en-US" sz="1400" dirty="0">
                <a:solidFill>
                  <a:schemeClr val="dk1"/>
                </a:solidFill>
                <a:latin typeface="Microsoft JhengHei"/>
                <a:ea typeface="Microsoft JhengHei"/>
                <a:cs typeface="Microsoft JhengHei"/>
                <a:sym typeface="Microsoft JhengHei"/>
              </a:rPr>
              <a:t>兌換碼</a:t>
            </a:r>
          </a:p>
          <a:p>
            <a:pPr marL="0" lvl="0" indent="0" algn="ctr" rtl="0">
              <a:spcBef>
                <a:spcPts val="0"/>
              </a:spcBef>
              <a:spcAft>
                <a:spcPts val="0"/>
              </a:spcAft>
              <a:buNone/>
            </a:pPr>
            <a:r>
              <a:rPr lang="en-US" altLang="zh-TW" sz="1400" dirty="0"/>
              <a:t>【TRAVELTIME】</a:t>
            </a:r>
            <a:endParaRPr lang="en-US" altLang="zh-TW" sz="1400" dirty="0">
              <a:solidFill>
                <a:schemeClr val="dk1"/>
              </a:solidFill>
              <a:latin typeface="Microsoft JhengHei"/>
              <a:ea typeface="Microsoft JhengHei"/>
              <a:cs typeface="Microsoft JhengHei"/>
              <a:sym typeface="Microsoft JhengHei"/>
            </a:endParaRPr>
          </a:p>
        </p:txBody>
      </p:sp>
    </p:spTree>
    <p:extLst>
      <p:ext uri="{BB962C8B-B14F-4D97-AF65-F5344CB8AC3E}">
        <p14:creationId xmlns:p14="http://schemas.microsoft.com/office/powerpoint/2010/main" val="3925539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aphicFrame>
        <p:nvGraphicFramePr>
          <p:cNvPr id="89" name="Google Shape;89;p19"/>
          <p:cNvGraphicFramePr/>
          <p:nvPr/>
        </p:nvGraphicFramePr>
        <p:xfrm>
          <a:off x="0" y="-8287"/>
          <a:ext cx="9144000" cy="5143450"/>
        </p:xfrm>
        <a:graphic>
          <a:graphicData uri="http://schemas.openxmlformats.org/drawingml/2006/table">
            <a:tbl>
              <a:tblPr>
                <a:noFill/>
                <a:tableStyleId>{00827450-85E5-4037-9B08-230FE2B864AC}</a:tableStyleId>
              </a:tblPr>
              <a:tblGrid>
                <a:gridCol w="1103700">
                  <a:extLst>
                    <a:ext uri="{9D8B030D-6E8A-4147-A177-3AD203B41FA5}">
                      <a16:colId xmlns:a16="http://schemas.microsoft.com/office/drawing/2014/main" val="20000"/>
                    </a:ext>
                  </a:extLst>
                </a:gridCol>
                <a:gridCol w="1132150">
                  <a:extLst>
                    <a:ext uri="{9D8B030D-6E8A-4147-A177-3AD203B41FA5}">
                      <a16:colId xmlns:a16="http://schemas.microsoft.com/office/drawing/2014/main" val="20001"/>
                    </a:ext>
                  </a:extLst>
                </a:gridCol>
                <a:gridCol w="5843675">
                  <a:extLst>
                    <a:ext uri="{9D8B030D-6E8A-4147-A177-3AD203B41FA5}">
                      <a16:colId xmlns:a16="http://schemas.microsoft.com/office/drawing/2014/main" val="20002"/>
                    </a:ext>
                  </a:extLst>
                </a:gridCol>
                <a:gridCol w="1064475">
                  <a:extLst>
                    <a:ext uri="{9D8B030D-6E8A-4147-A177-3AD203B41FA5}">
                      <a16:colId xmlns:a16="http://schemas.microsoft.com/office/drawing/2014/main" val="20003"/>
                    </a:ext>
                  </a:extLst>
                </a:gridCol>
              </a:tblGrid>
              <a:tr h="500650">
                <a:tc gridSpan="4">
                  <a:txBody>
                    <a:bodyPr/>
                    <a:lstStyle/>
                    <a:p>
                      <a:pPr marL="0" lvl="0" indent="0" algn="l" rtl="0">
                        <a:lnSpc>
                          <a:spcPct val="100000"/>
                        </a:lnSpc>
                        <a:spcBef>
                          <a:spcPts val="0"/>
                        </a:spcBef>
                        <a:spcAft>
                          <a:spcPts val="0"/>
                        </a:spcAft>
                        <a:buNone/>
                      </a:pPr>
                      <a:r>
                        <a:rPr lang="zh-TW" sz="2000" b="1">
                          <a:solidFill>
                            <a:schemeClr val="lt1"/>
                          </a:solidFill>
                          <a:latin typeface="Microsoft JhengHei"/>
                          <a:ea typeface="Microsoft JhengHei"/>
                          <a:cs typeface="Microsoft JhengHei"/>
                          <a:sym typeface="Microsoft JhengHei"/>
                        </a:rPr>
                        <a:t>素材規範</a:t>
                      </a:r>
                      <a:endParaRPr sz="2000" b="1">
                        <a:solidFill>
                          <a:schemeClr val="lt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1"/>
                    </a:solidFill>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0"/>
                  </a:ext>
                </a:extLst>
              </a:tr>
              <a:tr h="314850">
                <a:tc gridSpan="4">
                  <a:txBody>
                    <a:bodyPr/>
                    <a:lstStyle/>
                    <a:p>
                      <a:pPr marL="0" lvl="0" indent="0" algn="l" rtl="0">
                        <a:lnSpc>
                          <a:spcPct val="100000"/>
                        </a:lnSpc>
                        <a:spcBef>
                          <a:spcPts val="0"/>
                        </a:spcBef>
                        <a:spcAft>
                          <a:spcPts val="0"/>
                        </a:spcAft>
                        <a:buNone/>
                      </a:pPr>
                      <a:r>
                        <a:rPr lang="zh-TW" sz="800" b="1">
                          <a:solidFill>
                            <a:schemeClr val="dk1"/>
                          </a:solidFill>
                          <a:latin typeface="Microsoft JhengHei"/>
                          <a:ea typeface="Microsoft JhengHei"/>
                          <a:cs typeface="Microsoft JhengHei"/>
                          <a:sym typeface="Microsoft JhengHei"/>
                        </a:rPr>
                        <a:t>統一適用後續每支</a:t>
                      </a:r>
                      <a:r>
                        <a:rPr lang="zh-TW" sz="800" b="1">
                          <a:solidFill>
                            <a:schemeClr val="dk1"/>
                          </a:solidFill>
                          <a:highlight>
                            <a:srgbClr val="F4CCCC"/>
                          </a:highlight>
                          <a:latin typeface="Microsoft JhengHei"/>
                          <a:ea typeface="Microsoft JhengHei"/>
                          <a:cs typeface="Microsoft JhengHei"/>
                          <a:sym typeface="Microsoft JhengHei"/>
                        </a:rPr>
                        <a:t>廣告素材（商店頁不適用）</a:t>
                      </a:r>
                      <a:r>
                        <a:rPr lang="zh-TW" sz="800" b="1">
                          <a:solidFill>
                            <a:schemeClr val="dk1"/>
                          </a:solidFill>
                          <a:latin typeface="Microsoft JhengHei"/>
                          <a:ea typeface="Microsoft JhengHei"/>
                          <a:cs typeface="Microsoft JhengHei"/>
                          <a:sym typeface="Microsoft JhengHei"/>
                        </a:rPr>
                        <a:t>，並將不在腳本中特別註明</a:t>
                      </a:r>
                      <a:endParaRPr sz="800" b="1">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2"/>
                    </a:solidFill>
                  </a:tcPr>
                </a:tc>
                <a:tc hMerge="1">
                  <a:txBody>
                    <a:bodyPr/>
                    <a:lstStyle/>
                    <a:p>
                      <a:endParaRPr lang="zh-TW"/>
                    </a:p>
                  </a:txBody>
                  <a:tcPr/>
                </a:tc>
                <a:tc hMerge="1">
                  <a:txBody>
                    <a:bodyPr/>
                    <a:lstStyle/>
                    <a:p>
                      <a:endParaRPr lang="zh-TW"/>
                    </a:p>
                  </a:txBody>
                  <a:tcPr/>
                </a:tc>
                <a:tc hMerge="1">
                  <a:txBody>
                    <a:bodyPr/>
                    <a:lstStyle/>
                    <a:p>
                      <a:endParaRPr lang="zh-TW"/>
                    </a:p>
                  </a:txBody>
                  <a:tcPr/>
                </a:tc>
                <a:extLst>
                  <a:ext uri="{0D108BD9-81ED-4DB2-BD59-A6C34878D82A}">
                    <a16:rowId xmlns:a16="http://schemas.microsoft.com/office/drawing/2014/main" val="10001"/>
                  </a:ext>
                </a:extLst>
              </a:tr>
              <a:tr h="171475">
                <a:tc rowSpan="2">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類別</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2">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說明</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2">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規格/ 示意圖</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2">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備註</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72700">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extLst>
                  <a:ext uri="{0D108BD9-81ED-4DB2-BD59-A6C34878D82A}">
                    <a16:rowId xmlns:a16="http://schemas.microsoft.com/office/drawing/2014/main" val="10003"/>
                  </a:ext>
                </a:extLst>
              </a:tr>
              <a:tr h="249400">
                <a:tc rowSpan="4">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尺寸安全框</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4">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highlight>
                            <a:srgbClr val="FFF2CC"/>
                          </a:highlight>
                          <a:latin typeface="Microsoft JhengHei"/>
                          <a:ea typeface="Microsoft JhengHei"/>
                          <a:cs typeface="Microsoft JhengHei"/>
                          <a:sym typeface="Microsoft JhengHei"/>
                        </a:rPr>
                        <a:t>重點訊息</a:t>
                      </a:r>
                      <a:r>
                        <a:rPr lang="zh-TW" sz="1000">
                          <a:solidFill>
                            <a:schemeClr val="dk1"/>
                          </a:solidFill>
                          <a:latin typeface="Microsoft JhengHei"/>
                          <a:ea typeface="Microsoft JhengHei"/>
                          <a:cs typeface="Microsoft JhengHei"/>
                          <a:sym typeface="Microsoft JhengHei"/>
                        </a:rPr>
                        <a:t>請優先放置於安全區內</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4">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rowSpan="4">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71475">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extLst>
                  <a:ext uri="{0D108BD9-81ED-4DB2-BD59-A6C34878D82A}">
                    <a16:rowId xmlns:a16="http://schemas.microsoft.com/office/drawing/2014/main" val="10005"/>
                  </a:ext>
                </a:extLst>
              </a:tr>
              <a:tr h="171475">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extLst>
                  <a:ext uri="{0D108BD9-81ED-4DB2-BD59-A6C34878D82A}">
                    <a16:rowId xmlns:a16="http://schemas.microsoft.com/office/drawing/2014/main" val="10006"/>
                  </a:ext>
                </a:extLst>
              </a:tr>
              <a:tr h="1407825">
                <a:tc vMerge="1">
                  <a:txBody>
                    <a:bodyPr/>
                    <a:lstStyle/>
                    <a:p>
                      <a:endParaRPr lang="zh-TW"/>
                    </a:p>
                  </a:txBody>
                  <a:tcPr/>
                </a:tc>
                <a:tc vMerge="1">
                  <a:txBody>
                    <a:bodyPr/>
                    <a:lstStyle/>
                    <a:p>
                      <a:endParaRPr lang="zh-TW"/>
                    </a:p>
                  </a:txBody>
                  <a:tcPr/>
                </a:tc>
                <a:tc vMerge="1">
                  <a:txBody>
                    <a:bodyPr/>
                    <a:lstStyle/>
                    <a:p>
                      <a:endParaRPr lang="zh-TW"/>
                    </a:p>
                  </a:txBody>
                  <a:tcPr/>
                </a:tc>
                <a:tc vMerge="1">
                  <a:txBody>
                    <a:bodyPr/>
                    <a:lstStyle/>
                    <a:p>
                      <a:endParaRPr lang="zh-TW"/>
                    </a:p>
                  </a:txBody>
                  <a:tcPr/>
                </a:tc>
                <a:extLst>
                  <a:ext uri="{0D108BD9-81ED-4DB2-BD59-A6C34878D82A}">
                    <a16:rowId xmlns:a16="http://schemas.microsoft.com/office/drawing/2014/main" val="10007"/>
                  </a:ext>
                </a:extLst>
              </a:tr>
              <a:tr h="453375">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logo</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畫面左上置頂</a:t>
                      </a:r>
                      <a:endParaRPr sz="1000">
                        <a:solidFill>
                          <a:schemeClr val="dk1"/>
                        </a:solidFill>
                        <a:highlight>
                          <a:srgbClr val="FFF2CC"/>
                        </a:highlight>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依素材內容套用，若背景太花logo不明顯，加背景相近色的色塊底</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03725">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分級標誌</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右下置底</a:t>
                      </a:r>
                      <a:endParaRPr sz="1000">
                        <a:solidFill>
                          <a:schemeClr val="dk1"/>
                        </a:solidFill>
                        <a:highlight>
                          <a:srgbClr val="FFF2CC"/>
                        </a:highlight>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適用台灣遊戲</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1126500">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警語</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Clr>
                          <a:schemeClr val="dk1"/>
                        </a:buClr>
                        <a:buSzPts val="1100"/>
                        <a:buFont typeface="Arial"/>
                        <a:buNone/>
                      </a:pPr>
                      <a:r>
                        <a:rPr lang="zh-TW" sz="1000">
                          <a:solidFill>
                            <a:schemeClr val="dk1"/>
                          </a:solidFill>
                          <a:latin typeface="Microsoft JhengHei"/>
                          <a:ea typeface="Microsoft JhengHei"/>
                          <a:cs typeface="Microsoft JhengHei"/>
                          <a:sym typeface="Microsoft JhengHei"/>
                        </a:rPr>
                        <a:t>下方置底</a:t>
                      </a:r>
                      <a:endParaRPr sz="1000">
                        <a:solidFill>
                          <a:schemeClr val="dk1"/>
                        </a:solidFill>
                        <a:highlight>
                          <a:srgbClr val="FFF2CC"/>
                        </a:highlight>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最小化字級，分行最多不超過兩行</a:t>
                      </a:r>
                      <a:endParaRPr sz="1000">
                        <a:solidFill>
                          <a:schemeClr val="dk1"/>
                        </a:solidFill>
                        <a:latin typeface="Microsoft JhengHei"/>
                        <a:ea typeface="Microsoft JhengHei"/>
                        <a:cs typeface="Microsoft JhengHei"/>
                        <a:sym typeface="Microsoft JhengHei"/>
                      </a:endParaRPr>
                    </a:p>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依素材內容套用 (1)文字與背景相近色、(2)文字與文案相近字型、(3)可不加色塊底/ 加背景相近色的色塊底</a:t>
                      </a:r>
                      <a:endParaRPr sz="1000">
                        <a:solidFill>
                          <a:schemeClr val="dk1"/>
                        </a:solidFill>
                        <a:latin typeface="Microsoft JhengHei"/>
                        <a:ea typeface="Microsoft JhengHei"/>
                        <a:cs typeface="Microsoft JhengHei"/>
                        <a:sym typeface="Microsoft JhengHei"/>
                      </a:endParaRPr>
                    </a:p>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台灣：這不是一款賭博遊戲，且無任何方式可以贏得金錢獎勵或具有金錢價值的獎品。嚴禁賭博。</a:t>
                      </a:r>
                      <a:br>
                        <a:rPr lang="zh-TW" sz="1000">
                          <a:solidFill>
                            <a:schemeClr val="dk1"/>
                          </a:solidFill>
                          <a:latin typeface="Microsoft JhengHei"/>
                          <a:ea typeface="Microsoft JhengHei"/>
                          <a:cs typeface="Microsoft JhengHei"/>
                          <a:sym typeface="Microsoft JhengHei"/>
                        </a:rPr>
                      </a:br>
                      <a:r>
                        <a:rPr lang="zh-TW" sz="1000">
                          <a:solidFill>
                            <a:schemeClr val="dk1"/>
                          </a:solidFill>
                          <a:latin typeface="Microsoft JhengHei"/>
                          <a:ea typeface="Microsoft JhengHei"/>
                          <a:cs typeface="Microsoft JhengHei"/>
                          <a:sym typeface="Microsoft JhengHei"/>
                        </a:rPr>
                        <a:t>印尼：Game ini tidak menyediakan aktivitas perjudian apa pun, chips dalam game tidak dapat ditukar dengan uang tunai atau barang nyata lainnya.</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lvl="0" indent="0" algn="l" rtl="0">
                        <a:lnSpc>
                          <a:spcPct val="100000"/>
                        </a:lnSpc>
                        <a:spcBef>
                          <a:spcPts val="0"/>
                        </a:spcBef>
                        <a:spcAft>
                          <a:spcPts val="0"/>
                        </a:spcAft>
                        <a:buNone/>
                      </a:pPr>
                      <a:r>
                        <a:rPr lang="zh-TW" sz="1000">
                          <a:solidFill>
                            <a:schemeClr val="dk1"/>
                          </a:solidFill>
                          <a:latin typeface="Microsoft JhengHei"/>
                          <a:ea typeface="Microsoft JhengHei"/>
                          <a:cs typeface="Microsoft JhengHei"/>
                          <a:sym typeface="Microsoft JhengHei"/>
                        </a:rPr>
                        <a:t>適用印尼及中文德撲</a:t>
                      </a:r>
                      <a:endParaRPr sz="1000">
                        <a:solidFill>
                          <a:schemeClr val="dk1"/>
                        </a:solidFill>
                        <a:latin typeface="Microsoft JhengHei"/>
                        <a:ea typeface="Microsoft JhengHei"/>
                        <a:cs typeface="Microsoft JhengHei"/>
                        <a:sym typeface="Microsoft JhengHei"/>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bl>
          </a:graphicData>
        </a:graphic>
      </p:graphicFrame>
      <p:pic>
        <p:nvPicPr>
          <p:cNvPr id="90" name="Google Shape;90;p19"/>
          <p:cNvPicPr preferRelativeResize="0"/>
          <p:nvPr/>
        </p:nvPicPr>
        <p:blipFill rotWithShape="1">
          <a:blip r:embed="rId3">
            <a:alphaModFix/>
          </a:blip>
          <a:srcRect l="29687" t="12599" r="3703" b="17012"/>
          <a:stretch/>
        </p:blipFill>
        <p:spPr>
          <a:xfrm>
            <a:off x="2436075" y="1327125"/>
            <a:ext cx="1676449" cy="1771575"/>
          </a:xfrm>
          <a:prstGeom prst="rect">
            <a:avLst/>
          </a:prstGeom>
          <a:noFill/>
          <a:ln>
            <a:noFill/>
          </a:ln>
        </p:spPr>
      </p:pic>
      <p:pic>
        <p:nvPicPr>
          <p:cNvPr id="91" name="Google Shape;91;p19"/>
          <p:cNvPicPr preferRelativeResize="0"/>
          <p:nvPr/>
        </p:nvPicPr>
        <p:blipFill>
          <a:blip r:embed="rId4">
            <a:alphaModFix/>
          </a:blip>
          <a:stretch>
            <a:fillRect/>
          </a:stretch>
        </p:blipFill>
        <p:spPr>
          <a:xfrm>
            <a:off x="4195675" y="1712000"/>
            <a:ext cx="2072491" cy="1082374"/>
          </a:xfrm>
          <a:prstGeom prst="rect">
            <a:avLst/>
          </a:prstGeom>
          <a:noFill/>
          <a:ln>
            <a:noFill/>
          </a:ln>
        </p:spPr>
      </p:pic>
      <p:pic>
        <p:nvPicPr>
          <p:cNvPr id="92" name="Google Shape;92;p19"/>
          <p:cNvPicPr preferRelativeResize="0"/>
          <p:nvPr/>
        </p:nvPicPr>
        <p:blipFill rotWithShape="1">
          <a:blip r:embed="rId5">
            <a:alphaModFix/>
          </a:blip>
          <a:srcRect t="26714" b="13131"/>
          <a:stretch/>
        </p:blipFill>
        <p:spPr>
          <a:xfrm>
            <a:off x="6351325" y="1409024"/>
            <a:ext cx="2130050" cy="160777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1224</Words>
  <Application>Microsoft Office PowerPoint</Application>
  <PresentationFormat>如螢幕大小 (16:9)</PresentationFormat>
  <Paragraphs>239</Paragraphs>
  <Slides>8</Slides>
  <Notes>8</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8</vt:i4>
      </vt:variant>
    </vt:vector>
  </HeadingPairs>
  <TitlesOfParts>
    <vt:vector size="11" baseType="lpstr">
      <vt:lpstr>Microsoft JhengHei</vt:lpstr>
      <vt:lpstr>Arial</vt:lpstr>
      <vt:lpstr>Simple Light</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William</dc:creator>
  <cp:lastModifiedBy>柴怡辰 jhuo.chai</cp:lastModifiedBy>
  <cp:revision>10</cp:revision>
  <dcterms:modified xsi:type="dcterms:W3CDTF">2026-06-10T06:28:46Z</dcterms:modified>
</cp:coreProperties>
</file>