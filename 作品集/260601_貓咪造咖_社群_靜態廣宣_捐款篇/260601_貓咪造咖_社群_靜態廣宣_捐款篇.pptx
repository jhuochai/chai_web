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1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74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ADE2F33E-E79D-952E-2584-7DDB6B70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AB88E690-932F-6641-5661-F621A3A32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80932EC1-8211-B398-888C-A0117E3F0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252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210997567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20260601_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社群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捐款篇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 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(1080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*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Times New Roman" panose="02020603050405020304" pitchFamily="18" charset="0"/>
                          <a:sym typeface="Microsoft JhengHei"/>
                        </a:rPr>
                        <a:t>1350)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363635085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0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9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可愛療癒、不飽和色系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喜歡貓咪的用戶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與用戶一起支持公益捐款，並提升貓咖的正面形象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918216881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/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/>
          <p:cNvGraphicFramePr/>
          <p:nvPr>
            <p:extLst>
              <p:ext uri="{D42A27DB-BD31-4B8C-83A1-F6EECF244321}">
                <p14:modId xmlns:p14="http://schemas.microsoft.com/office/powerpoint/2010/main" val="1961912269"/>
              </p:ext>
            </p:extLst>
          </p:nvPr>
        </p:nvGraphicFramePr>
        <p:xfrm flipH="1">
          <a:off x="3614775" y="-1"/>
          <a:ext cx="5529225" cy="5143501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0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7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可以如附圖，背景乾淨明亮即可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五隻貓咪的手掌 拿著愛心投入中間的捐款箱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五隻貓的貓掌拿著愛心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co_4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co_6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co_10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co_43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9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右下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9484042D-1A60-8F43-E144-BE8385ED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4" y="731120"/>
            <a:ext cx="2633981" cy="284514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309CE318-9FF1-5135-71EE-7323EE5A8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491" y="3057963"/>
            <a:ext cx="982852" cy="51830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07E1175-075D-4B68-9983-DEE8FE9C3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289" y="4255924"/>
            <a:ext cx="735024" cy="88757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2F97B34-B026-2098-65A2-C39C3E7F1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931" y="4160961"/>
            <a:ext cx="735024" cy="88757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DF4F7B9-0E9F-7E18-A7BD-FECF754B7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1982" y="4160964"/>
            <a:ext cx="735023" cy="88757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C1D9D53-90DA-DD17-DECC-CF660245D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674" y="4170607"/>
            <a:ext cx="735022" cy="88757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28FE395-7C1E-CE9D-E0FC-91DD9C1DC0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1366" y="4160964"/>
            <a:ext cx="735022" cy="8875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780CFF5-DA9F-561E-765B-10D37199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341A37BB-9B7B-6BE1-4735-6411677FEBDF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5B139BA5-E3F2-5A7B-5E3B-F9479FBE0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3523698"/>
              </p:ext>
            </p:extLst>
          </p:nvPr>
        </p:nvGraphicFramePr>
        <p:xfrm flipH="1">
          <a:off x="3614775" y="-2"/>
          <a:ext cx="5529225" cy="5143488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8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8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8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同圖一的背景乾淨明亮即可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背景可以飄一些小愛心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如果太空曠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兩隻貓爪捧著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舉著捐款證明書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不要擋到收據即可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</a:t>
                      </a:r>
                      <a:r>
                        <a:rPr lang="zh-TW" altLang="en-US" sz="8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負責人、經辦人的章要碼掉</a:t>
                      </a:r>
                      <a:endParaRPr lang="en-US" altLang="zh-TW" sz="800" b="1" dirty="0">
                        <a:solidFill>
                          <a:srgbClr val="FF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店長貓的爪爪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員工皮膚總覽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co_0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6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b="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80151C77-CA38-8911-F6B7-821F13813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6" y="1359445"/>
            <a:ext cx="3437598" cy="227270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EB19F07-504F-AE43-C052-10168347C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7" y="765544"/>
            <a:ext cx="3553895" cy="33440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3834AF6-08EA-8B17-4BB9-FA0F59B05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885" y="1800534"/>
            <a:ext cx="735024" cy="88757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69F0DA0-74A1-AADE-9A5F-9A82D713E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3322" y="803344"/>
            <a:ext cx="982852" cy="5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3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2207</TotalTime>
  <Words>729</Words>
  <Application>Microsoft Office PowerPoint</Application>
  <PresentationFormat>如螢幕大小 (16:9)</PresentationFormat>
  <Paragraphs>111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Microsoft JhengHei</vt:lpstr>
      <vt:lpstr>Arial</vt:lpstr>
      <vt:lpstr>Times New Roman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22</cp:revision>
  <dcterms:modified xsi:type="dcterms:W3CDTF">2026-06-03T08:51:40Z</dcterms:modified>
</cp:coreProperties>
</file>